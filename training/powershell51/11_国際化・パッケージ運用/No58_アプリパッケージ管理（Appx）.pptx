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アプリパッケージ管理（Appx）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11. 国際化・パッケージ運用　&gt;　アプリ　&gt;　Appx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アプリパッケージ管理（Appx）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アプリ　&gt;　Appx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No.58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11. 国際化・パッケージ運用　（この項目が属する分類）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アプリパッケージ管理（Appx）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アプリ　&gt;　Appx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No.58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ロケール・アプリパッケージ・デスクトップ配布など、環境整備に関わる周辺運用の分類です。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UWP/Appxパッケージの一覧・追加・削除。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appx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アプリパッケージ管理（Appx）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アプリ　&gt;　Appx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No.58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・プロビジョニング済アプリ確認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アプリパッケージ管理（Appx）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アプリ　&gt;　Appx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No.58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Get-AppxPackage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Add-AppxPackage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・Get-AppxPackage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・Add-AppxPackage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アプリパッケージ管理（Appx）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アプリ　&gt;　Appx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No.58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7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Get-AppxPackage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Add-AppxPackage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Dismount-AppxVolume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マウント解除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Invoke-CommandInDesktopPackage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Mount-AppxVolume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Move-AppxPackage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Remove-AppSharedPackageContainer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Reset-AppSharedPackageContainer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リセット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Set-AppxDefaultVolume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9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Add-AppSharedPackageContainer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アプリパッケージ管理（Appx）（続き）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アプリ　&gt;　Appx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No.58　／　11. 国際化・パッケージ運用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Add-AppxVolume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Get-AppSharedPackageContainer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Get-AppxDefaultVolume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Get-AppxLastError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アプリパッケージ管理（Appx）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アプリ　&gt;　Appx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No.58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Appxモジュール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アプリパッケージ管理（Appx）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アプリ　&gt;　Appx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No.58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appx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appx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Get-AppxPackage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Get-AppxPackage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Add-AppxPackage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Add-AppxPackage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アプリパッケージ管理（Appx）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アプリ　&gt;　Appx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No.58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・Get-AppxPackage
https://learn.microsoft.com/ja-jp/powershell/module/appx/get-appxpackage/?view=windowsserver2022-ps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・Add-AppxPackage
https://learn.microsoft.com/ja-jp/powershell/module/appx/add-appxpackage/?view=windowsserver2022-ps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・appx モジュール 概要
https://learn.microsoft.com/ja-jp/powershell/module/appx/?view=windowsserver2022-ps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