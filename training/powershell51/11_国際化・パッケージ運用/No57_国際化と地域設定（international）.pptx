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11. 国際化・パッケージ運用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ロケール・アプリパッケージ・デスクトップ配布など、環境整備に関わる周辺運用の分類です。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システムロケール/カルチャ/UI言語の確認・設定。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international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・多言語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・日本語環境の確認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Get-WinSystemLocale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・Get-WinSystemLocale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・Get-Culture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Get-WinSystemLocale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Get-Culture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Copy-UserInternationalSettingsToSystem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New-WinUserLanguageList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Set-Culture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international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地域設定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international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international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Get-WinSystemLocale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Get-WinSystemLocale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Get-Culture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Get-Culture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国際化と地域設定（international）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国際化　&gt;　ロケール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No.57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・Get-WinSystemLocale
https://learn.microsoft.com/ja-jp/powershell/module/international/get-winsystemlocale/?view=windowsserver2022-ps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・Get-Culture
https://learn.microsoft.com/ja-jp/powershell/module/microsoft.powershell.utility/get-culture/?view=powershell-5.1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・international モジュール 概要
https://learn.microsoft.com/ja-jp/powershell/module/international/?view=windowsserver2022-ps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