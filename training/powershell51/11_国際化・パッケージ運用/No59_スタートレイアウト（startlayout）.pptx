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11. 国際化・パッケージ運用　（この項目が属する分類）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ロケール・アプリパッケージ・デスクトップ配布など、環境整備に関わる周辺運用の分類です。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スタート/タスクバー配置のエクスポート/インポート。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startlayout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・標準デスクトップ配布の要否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Export-StartLayout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Import-StartLayout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・Export-StartLayout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・Import-StartLayout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Export-StartLayout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Import-StartLayout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Get-StartApps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Export-StartLayoutEdgeAssets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エクスポート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8094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startlayoutモジュール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レイアウトXML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startlayout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startlayout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Export-StartLayout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Export-StartLayout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Import-StartLayout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Import-StartLayout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スタートレイアウト（startlayout）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11. 国際化・パッケージ運用　&gt;　UI　&gt;　スタートレイアウト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No.59　／　11. 国際化・パッケージ運用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・Export-StartLayout
https://learn.microsoft.com/ja-jp/powershell/module/startlayout/export-startlayout/?view=windowsserver2022-ps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・Import-StartLayout
https://learn.microsoft.com/ja-jp/powershell/module/startlayout/import-startlayout/?view=windowsserver2022-ps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・startlayout モジュール 概要
https://learn.microsoft.com/ja-jp/powershell/module/startlayout/?view=windowsserver2022-ps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