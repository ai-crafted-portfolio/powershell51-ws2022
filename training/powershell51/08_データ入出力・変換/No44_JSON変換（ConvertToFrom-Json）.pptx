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JSON変換（ConvertTo/From-Json）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データ入出力・変換　&gt;　構造化　&gt;　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JSON変換（ConvertTo/From-Json）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No.44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データ入出力・変換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JSON変換（ConvertTo/From-Json）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No.44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CSV/JSON/XMLなどとの相互変換やファイル入出力で、他システムとデータ連携する分類です。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REST/設定ファイルでのJSON相互変換。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JSON変換（ConvertTo/From-Json）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No.44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・API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・設定連携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JSON変換（ConvertTo/From-Json）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No.44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ConvertTo-Json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ConvertFrom-Json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・ConvertTo-Json -Depth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・ConvertFrom-Json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JSON変換（ConvertTo/From-Json）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No.44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ConvertTo-Json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ConvertFrom-Json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Format-Custom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JSON変換（ConvertTo/From-Json）（続き）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No.44　／　8. データ入出力・変換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JSON変換（ConvertTo/From-Json）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No.44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*.json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JSON変換（ConvertTo/From-Json）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No.44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ConvertTo-Json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ConvertTo-Json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ConvertFrom-Json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ConvertFrom-Json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JSON変換（ConvertTo/From-Json）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No.44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・ConvertTo-Json
https://learn.microsoft.com/ja-jp/powershell/module/microsoft.powershell.utility/convertto-json/?view=powershell-5.1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・ConvertFrom-Json
https://learn.microsoft.com/ja-jp/powershell/module/microsoft.powershell.utility/convertfrom-json/?view=powershell-5.1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