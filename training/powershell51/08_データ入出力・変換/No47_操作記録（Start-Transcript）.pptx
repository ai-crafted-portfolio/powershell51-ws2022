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対話操作の入出力をファイルに記録。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microsoft.powershell.host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・作業証跡の取得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Start-Transcript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Stop-Transcript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・Start-Transcript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・Stop-Transcript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任意ログファイル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GPOでの強制記録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microsoft.powershell.host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microsoft.powershell.host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設定オブジェクト（任意名）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グループポリシーオブジェクト。設定をまとめて配布する。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Start-Transcript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Start-Transcript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Stop-Transcript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Stop-Transcript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操作記録（Start-Transcript）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記録　&gt;　トランスクリプト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No.47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・Start-Transcript
https://learn.microsoft.com/ja-jp/powershell/module/microsoft.powershell.host/start-transcript/?view=powershell-5.1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・Stop-Transcript
https://learn.microsoft.com/ja-jp/powershell/module/microsoft.powershell.host/stop-transcript/?view=powershell-5.1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・microsoft.powershell.host モジュール 概要
https://learn.microsoft.com/ja-jp/powershell/module/microsoft.powershell.host/?view=windowsserver2022-ps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