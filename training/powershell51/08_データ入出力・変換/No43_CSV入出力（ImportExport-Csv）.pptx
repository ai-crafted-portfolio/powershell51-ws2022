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オブジェクト⇔CSV相互変換。区切り/エンコード指定。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・データ連携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Export-Csv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Import-Csv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・Export-Csv -NoTypeInformation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クラスター共有ボリューム。全ノードから同時アクセス可能。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Export-Csv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Import-Csv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CSV入出力（Import/Export-Csv）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表形式　&gt;　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No.43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・Export-Csv
https://learn.microsoft.com/ja-jp/powershell/module/microsoft.powershell.utility/export-csv/?view=powershell-5.1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・Import-Csv
https://learn.microsoft.com/ja-jp/powershell/module/microsoft.powershell.utility/import-csv/?view=powershell-5.1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