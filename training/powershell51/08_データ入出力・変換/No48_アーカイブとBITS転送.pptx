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データ入出力・変換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CSV/JSON/XMLなどとの相互変換やファイル入出力で、他システムとデータ連携する分類です。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Compress/Expand-Archive（zip）、Start-BitsTransfer（BITS）。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microsoft.powershell.archive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・配布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・大容量転送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Compress-Archive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Start-BitsTransfer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Expand-Archive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・Compress-Archive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・Start-BitsTransfer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Compress-Archive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圧縮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Start-BitsTransfer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Expand-Archive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展開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Add-BitsFile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Complete-BitsTransfer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Get-BitsTransfer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Remove-BitsTransfer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Resume-BitsTransfer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Set-BitsTransfer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Suspend-BitsTransfer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中断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Microsoft.PowerShell.Archive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BitsTransferモジュール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microsoft.powershell.archive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microsoft.powershell.archive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Compress-Archive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Compress-Archive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Start-BitsTransfer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Start-BitsTransfer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・Compress-Archive
https://learn.microsoft.com/ja-jp/powershell/module/microsoft.powershell.archive/compress-archive/?view=powershell-5.1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・Start-BitsTransfer
https://learn.microsoft.com/ja-jp/powershell/module/bitstransfer/start-bitstransfer/?view=windowsserver2022-ps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・Expand-Archive
https://learn.microsoft.com/ja-jp/powershell/module/microsoft.powershell.archive/expand-archive/?view=powershell-5.1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・microsoft.powershell.archive モジュール 概要
https://learn.microsoft.com/ja-jp/powershell/module/microsoft.powershell.archive/?view=windowsserver2022-ps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・bitstransfer モジュール 概要
https://learn.microsoft.com/ja-jp/powershell/module/bitstransfer/?view=windowsserver2022-ps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アーカイブとBITS転送（続き）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データ入出力・変換　&gt;　圧縮/転送　&gt;　アーカイブ/BITS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No.48　／　8. データ入出力・変換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