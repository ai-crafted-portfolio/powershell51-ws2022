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データ入出力・変換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CSV/JSON/XMLなどとの相互変換やファイル入出力で、他システムとデータ連携する分類です。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Get/Set/Add-Content、Out-File。-Encoding（UTF8/Default=CP932等）。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microsoft.powershell.management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・ログ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・設定の読み書き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Get-Content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Set-Content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Add-Content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Out-File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・Get-Content -Encoding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Out-File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任意ファイル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Get-Content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Set-Content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20954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・Get-Content
https://learn.microsoft.com/ja-jp/powershell/module/microsoft.powershell.management/get-content/?view=powershell-5.1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・Set-Content
https://learn.microsoft.com/ja-jp/powershell/module/microsoft.powershell.management/set-content/?view=powershell-5.1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・Add-Content
https://learn.microsoft.com/ja-jp/powershell/module/microsoft.powershell.management/add-content/?view=powershell-5.1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・Out-File
https://learn.microsoft.com/ja-jp/powershell/module/microsoft.powershell.utility/out-file/?view=powershell-5.1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テキスト入出力とエンコード（続き）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テキスト　&gt;　ファイル入出力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No.46　／　8. データ入出力・変換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