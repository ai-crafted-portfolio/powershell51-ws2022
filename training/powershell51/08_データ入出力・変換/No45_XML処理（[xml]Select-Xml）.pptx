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XML処理（[xml]/Select-Xml）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データ入出力・変換　&gt;　構造化　&gt;　XML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XML処理（[xml]/Select-Xml）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No.45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データ入出力・変換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XML処理（[xml]/Select-Xml）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No.45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CSV/JSON/XMLなどとの相互変換やファイル入出力で、他システムとデータ連携する分類です。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XMLの読取り/XPath検索。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microsoft.powershell.management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XML処理（[xml]/Select-Xml）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No.45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・構成ファイル解析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XML処理（[xml]/Select-Xml）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No.45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Get-Content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Select-Xml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・[xml](Get-Content)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・Select-Xml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XML処理（[xml]/Select-Xml）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No.45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Get-Content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Select-Xml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選択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Checkpoint-Computer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Clear-Content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Complete-Transaction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Convert-Path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Copy-Item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Debug-Process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Disable-ComputerRestore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Enable-ComputerRestore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XML処理（[xml]/Select-Xml）（続き）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No.45　／　8. データ入出力・変換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Join-Path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結合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Limit-EventLog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制限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XML処理（[xml]/Select-Xml）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No.45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*.xml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XML処理（[xml]/Select-Xml）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No.45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microsoft.powershell.management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microsoft.powershell.management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Get-Content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Get-Content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Select-Xml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Select-Xml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XML処理（[xml]/Select-Xml）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構造化　&gt;　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No.45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・Get-Content
https://learn.microsoft.com/ja-jp/powershell/module/microsoft.powershell.management/get-content/?view=powershell-5.1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・Select-Xml
https://learn.microsoft.com/ja-jp/powershell/module/microsoft.powershell.utility/select-xml/?view=powershell-5.1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・microsoft.powershell.management モジュール 概要
https://learn.microsoft.com/ja-jp/powershell/module/microsoft.powershell.management/?view=windowsserver2022-ps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