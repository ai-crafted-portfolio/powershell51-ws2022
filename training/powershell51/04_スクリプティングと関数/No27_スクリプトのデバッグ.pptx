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スクリプトのデバッグ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4. スクリプティングと関数　&gt;　開発　&gt;　デバッグ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スクリプトのデバッグ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開発　&gt;　デバッグ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No.27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4. スクリプティングと関数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スクリプトのデバッグ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開発　&gt;　デバッグ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No.27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処理を再利用可能な関数・スクリプトにまとめ、エラー処理やデバッグを含めて実用的な自動化を作る分類です。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463295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Set-PSDebug、ブレークポイント(Set-PSBreakpoint)、Write-Debug/Verbose。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06752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19426"/>
            <a:ext cx="8229600" cy="63474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microsoft.powershell.utility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スクリプトのデバッグ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開発　&gt;　デバッグ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No.27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・不具合調査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スクリプトのデバッグ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開発　&gt;　デバッグ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No.27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895096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Set-PSBreakpoint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Write-Verbose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Set-PSDebug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Write-Debug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8202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0876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・Set-PSBreakpoint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・Write-Verbose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スクリプトのデバッグ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開発　&gt;　デバッグ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No.27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Set-PSBreakpoint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Write-Verbose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書き込み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Set-PSDebug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Write-Debug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書き込み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Add-Member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Clear-Variable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Compare-Object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比較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Convert-String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ConvertFrom-Csv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変換(入力)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ConvertTo-Csv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変換(出力)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Debug-Runspace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デバッグ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スクリプトのデバッグ（続き）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開発　&gt;　デバッグ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No.27　／　4. スクリプティングと関数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Disable-PSBreakpoint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Enable-PSBreakpoint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Export-Alias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エクスポート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スクリプトのデバッグ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開発　&gt;　デバッグ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No.27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about_Debuggers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スクリプトのデバッグ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開発　&gt;　デバッグ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No.27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659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41478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microsoft.powershell.utility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microsoft.powershell.utility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Set-PSBreakpoint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Set-PSBreakpoint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Write-Verbose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Write-Verbose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スクリプトのデバッグ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開発　&gt;　デバッグ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No.27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20954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・Set-PSBreakpoint
https://learn.microsoft.com/ja-jp/powershell/module/microsoft.powershell.utility/set-psbreakpoint/?view=powershell-5.1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・Write-Verbose
https://learn.microsoft.com/ja-jp/powershell/module/microsoft.powershell.utility/write-verbose/?view=powershell-5.1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・Set-PSDebug
https://learn.microsoft.com/ja-jp/powershell/module/microsoft.powershell.core/set-psdebug/?view=powershell-5.1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・Write-Debug
https://learn.microsoft.com/ja-jp/powershell/module/microsoft.powershell.utility/write-debug/?view=powershell-5.1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・microsoft.powershell.utility モジュール 概要
https://learn.microsoft.com/ja-jp/powershell/module/microsoft.powershell.utility/?view=windowsserver2022-ps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・microsoft.powershell.core モジュール 概要
https://learn.microsoft.com/ja-jp/powershell/module/microsoft.powershell.core/?view=windowsserver2022-ps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スクリプトのデバッグ（続き）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開発　&gt;　デバッグ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No.27　／　4. スクリプティングと関数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15568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