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スクリプティングと関数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処理を再利用可能な関数・スクリプトにまとめ、エラー処理やデバッグを含めて実用的な自動化を作る分類です。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functionで再利用可能な処理を定義。戻り値はパイプラインへ出力。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・共通処理の関数化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・function Name {}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・return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about_Functions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06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25311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5311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パイプライン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PowerShell構文（固定）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前のコマンドの出力オブジェクトを | で次のコマンドへ渡す仕組み。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関数の定義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関数　&gt;　関数定義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No.23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