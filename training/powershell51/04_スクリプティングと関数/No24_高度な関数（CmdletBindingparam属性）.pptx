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[CmdletBinding()]と[Parameter()]でコマンドレット同等の関数を作る。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パイプライン入力/共通パラメータ対応。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819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086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・堅牢な関数実装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・[CmdletBinding()]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・[Parameter(Mandatory)]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about_Functions_Advanced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9210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0700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700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動詞-名詞形式のPowerShell命令。例 Get-Service。パイプラインで連結できる。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700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パイプライン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前のコマンドの出力オブジェクトを | で次のコマンドへ渡す仕組み。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高度な関数（CmdletBinding/param属性）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高度な関数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No.24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