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スクリプト/関数に .SYNOPSIS 等を書きGet-Help対応にする。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・ドキュメント整備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・&lt;# .SYNOPSIS #&gt;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about_Comment_Based_Help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コメントベースヘルプ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品質　&gt;　ヘルプ記述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No.25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