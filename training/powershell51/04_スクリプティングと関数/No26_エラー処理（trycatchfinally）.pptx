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エラー処理（try/catch/finally）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4. スクリプティングと関数　&gt;　例外　&gt;　エラー処理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エラー処理（try/catch/finally）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例外　&gt;　エラー処理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No.26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4. スクリプティングと関数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エラー処理（try/catch/finally）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例外　&gt;　エラー処理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No.26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処理を再利用可能な関数・スクリプトにまとめ、エラー処理やデバッグを含めて実用的な自動化を作る分類です。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終了/非終了エラー、$Error、-ErrorAction、$ErrorActionPreference、trap。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675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9426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・Windows PowerShell 5.1 標準機能のため追加導入は不要。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エラー処理（try/catch/finally）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例外　&gt;　エラー処理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No.26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・堅牢なエラー処理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エラー処理（try/catch/finally）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例外　&gt;　エラー処理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No.26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Get-Command -Module &lt;モジュール名&gt;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858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・try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・catch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・-ErrorAction Stop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・$Error[0]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エラー処理（try/catch/finally）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例外　&gt;　エラー処理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No.26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about_Try_Catch_Finally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about_Errors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エラー処理（try/catch/finally）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例外　&gt;　エラー処理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No.26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エラー処理（try/catch/finally）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例外　&gt;　エラー処理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No.26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4292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 Learn（Windows Server 2022 / Windows PowerShell 5.1 ドキュメント）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3221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