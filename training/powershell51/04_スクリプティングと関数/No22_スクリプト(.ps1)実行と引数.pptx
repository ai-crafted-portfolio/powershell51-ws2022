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30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Windows PowerShell 5.1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25880"/>
            <a:ext cx="822960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30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スクリプト(.ps1)実行と引数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2194560"/>
            <a:ext cx="8229600" cy="0"/>
          </a:xfrm>
          <a:prstGeom prst="bentConnector3">
            <a:avLst/>
          </a:prstGeom>
          <a:ln w="2540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2304288"/>
            <a:ext cx="8229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4. スクリプティングと関数　&gt;　スクリプト　&gt;　スクリプト実行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5176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12183"/>
            <a:ext cx="8229600" cy="46837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5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凡例：・＝要点／－＝補足　｜　枠線囲みのMS Gothic＝コマンド・設定　｜　出典はMicrosoft Learn公式（末尾スライドにURL）。値・パスは標準既定の例で実環境確認が必要。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スクリプト(.ps1)実行と引数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4. スクリプティングと関数　&gt;　スクリプト　&gt;　スクリプト実行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No.22　／　4. スクリプティングと関数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この研修シリーズでの位置づけ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29692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・1. PowerShell基盤・実行環境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・2. 言語要素・構文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・3. パイプラインとオブジェクト処理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・▶ 4. スクリプティングと関数　（この項目が属する分類）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・5. モジュールとプロバイダ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・6. リモート処理・CIM/WMI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・7. ジョブ・スケジュール・ワークフロー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・8. データ入出力・変換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・9. セキュリティ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・10. 診断・ログ・監視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・11. 国際化・パッケージ運用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スクリプト(.ps1)実行と引数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4. スクリプティングと関数　&gt;　スクリプト　&gt;　スクリプト実行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No.22　／　4. スクリプティングと関数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扱う対象と前提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処理を再利用可能な関数・スクリプトにまとめ、エラー処理やデバッグを含めて実用的な自動化を作る分類です。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06880"/>
            <a:ext cx="8229600" cy="259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スクリプトのdot-source(.)/呼び出し(&amp;)、param()と$argsで引数受け取り。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02536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前提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15210"/>
            <a:ext cx="8229600" cy="447548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・Windows PowerShell 5.1 標準機能のため追加導入は不要。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・スクリプト実行時は実行ポリシー（例 RemoteSigned）に留意する。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スクリプト(.ps1)実行と引数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4. スクリプティングと関数　&gt;　スクリプト　&gt;　スクリプト実行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No.22　／　4. スクリプティングと関数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想定作業（この項目で何をするか）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14909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・スクリプト整備・引数設計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・標準的な作業の流れ（参考）：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－現状の設定・構成を確認する（次スライドのコマンド・確認キー）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－必要に応じて作成・変更・削除など目的の操作を行う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－変更後は反映・動作を検証し、記録する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2305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使用判断のポイント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3573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この設定・機能が実環境で使われているかは、下記の確認キーで判断します。使っていなければ研修採用の要否を検討します。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スクリプト(.ps1)実行と引数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4. スクリプティングと関数　&gt;　スクリプト　&gt;　スクリプト実行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No.22　／　4. スクリプティングと関数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主要コマンド（例）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28242"/>
            <a:ext cx="8229600" cy="333502"/>
          </a:xfrm>
          <a:prstGeom prst="rect">
            <a:avLst/>
          </a:prstGeom>
          <a:noFill/>
          <a:ln w="12700">
            <a:solidFill>
              <a:srgbClr val="9DB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Get-Command -Module &lt;モジュール名&gt;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1660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確認する値・キー（使用判断）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29282"/>
            <a:ext cx="8229600" cy="65303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・param()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・$args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・&amp; .\x.ps1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スクリプト(.ps1)実行と引数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4. スクリプティングと関数　&gt;　スクリプト　&gt;　スクリプト実行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No.22　／　4. スクリプティングと関数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定義ファイル・場所（早見）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7848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19088"/>
                <a:gridCol w="1810512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場所・ファイル・モジュール（標準既定の例）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確認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*.ps1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about_Scripts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2286254"/>
            <a:ext cx="8229600" cy="333502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補足：パス・既定値はバージョン/構成で異なります。必ず実環境で確認してください。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スクリプト(.ps1)実行と引数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4. スクリプティングと関数　&gt;　スクリプト　&gt;　スクリプト実行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No.22　／　4. スクリプティングと関数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用語集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スクリプト(.ps1)実行と引数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4. スクリプティングと関数　&gt;　スクリプト　&gt;　スクリプト実行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No.22　／　4. スクリプティングと関数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出典（Microsoft Learn 公式資料）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4292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・Microsoft Learn（Windows Server 2022 / Windows PowerShell 5.1 ドキュメント）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903221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補足：日本語訳が機械翻訳の頁は英語原文（上記URL）を正とします。社内既存ナレッジ（C:\oskb PS51-WS2022 4,030件）とも整合。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