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診断・ログ・監視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イベントログ・出力ストリーム・性能カウンタなど、状態把握と障害調査の手段を扱う分類です。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Write-Verbose/Warning/Error/Debug/Information と各Preference変数。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・スクリプトログ設計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Write-Verbose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・-Verbose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・$VerbosePreference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・5&gt;&amp;1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Write-Verbose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書き込み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about_Redirection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about_Preference_Variables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Write-Verbose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Write-Verbose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出力ストリームと詳細ログ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出力ストリーム　&gt;　詳細ログ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No.54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・Write-Verbose
https://learn.microsoft.com/ja-jp/powershell/module/microsoft.powershell.utility/write-verbose/?view=powershell-5.1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