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診断・ログ・監視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イベントログ・出力ストリーム・性能カウンタなど、状態把握と障害調査の手段を扱う分類です。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CPU/メモリ/ディスク等のカウンタ値を取得。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microsoft.powershell.diagnostics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・性能データ収集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Get-Counter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・Get-Counter '\Processor(_Total)\% Processor Time'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Get-Counter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Export-Counter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Import-Counter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New-WinEvent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Get-WinEvent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07111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パフォーマンスカウンタ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4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microsoft.powershell.diagnostics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microsoft.powershell.diagnostics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Get-Counter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Get-Counter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パフォーマンスカウンタ（Get-Counter）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診断・ログ・監視　&gt;　性能　&gt;　カウンタ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No.55　／　10. 診断・ログ・監視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・Get-Counter
https://learn.microsoft.com/ja-jp/powershell/module/microsoft.powershell.diagnostics/get-counter/?view=powershell-5.1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・microsoft.powershell.diagnostics モジュール 概要
https://learn.microsoft.com/ja-jp/powershell/module/microsoft.powershell.diagnostics/?view=windowsserver2022-ps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