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診断・ログ・監視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イベントログ・出力ストリーム・性能カウンタなど、状態把握と障害調査の手段を扱う分類です。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Get-WinEventで新形式ログ、Get-EventLogで従来ログを取得。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microsoft.powershell.diagnostics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・障害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・監査ログの確認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Get-WinEvent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Get-EventLog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・Get-WinEvent -FilterHashtable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・Get-EventLog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Get-WinEvent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Get-EventLog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Export-Counter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Import-Counter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New-WinEvent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イベントログ（%SystemRoot%\System32\winevt\Logs）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microsoft.powershell.diagnostics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microsoft.powershell.diagnostics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Get-WinEvent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Get-WinEvent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Get-EventLog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イベントログ照会（WinEvent/EventLog）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イベント　&gt;　イベントログ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No.53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・Get-WinEvent
https://learn.microsoft.com/ja-jp/powershell/module/microsoft.powershell.diagnostics/get-winevent/?view=powershell-5.1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・Get-EventLog
https://learn.microsoft.com/ja-jp/powershell/module/microsoft.powershell.management/get-eventlog/?view=powershell-5.1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・microsoft.powershell.diagnostics モジュール 概要
https://learn.microsoft.com/ja-jp/powershell/module/microsoft.powershell.diagnostics/?view=windowsserver2022-ps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