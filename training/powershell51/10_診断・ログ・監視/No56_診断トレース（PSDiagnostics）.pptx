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診断トレース（PSDiagnostics）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10. 診断・ログ・監視　&gt;　トレース　&gt;　PSDiagnostics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診断トレース（PSDiagnostics）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トレース　&gt;　PSDiagnostics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No.56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10. 診断・ログ・監視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診断トレース（PSDiagnostics）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トレース　&gt;　PSDiagnostics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No.56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イベントログ・出力ストリーム・性能カウンタなど、状態把握と障害調査の手段を扱う分類です。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PowerShell自体のETWトレースを開始/停止。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psdiagnostics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診断トレース（PSDiagnostics）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トレース　&gt;　PSDiagnostics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No.56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・不具合の詳細調査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診断トレース（PSDiagnostics）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トレース　&gt;　PSDiagnostics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No.56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Enable-PSTrace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Start-Trace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・Enable-PSTrace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・Start-Trace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診断トレース（PSDiagnostics）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トレース　&gt;　PSDiagnostics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No.56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877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Enable-PSTrace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Start-Trace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Disable-PSTrace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Get-LogProperties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Set-LogProperties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Stop-Trace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停止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Disable-PSWSManCombinedTrace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Disable-WSManTrace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Enable-PSWSManCombinedTrace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Enable-WSManTrace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診断トレース（PSDiagnostics）（続き）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トレース　&gt;　PSDiagnostics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No.56　／　10. 診断・ログ・監視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診断トレース（PSDiagnostics）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トレース　&gt;　PSDiagnostics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No.56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PSDiagnosticsモジュール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診断トレース（PSDiagnostics）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トレース　&gt;　PSDiagnostics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No.56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psdiagnostics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psdiagnostics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ETW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仕組み（固定名）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Windowsのイベントトレース基盤。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Enable-PSTrace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Enable-PSTrace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Start-Trace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Start-Trace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診断トレース（PSDiagnostics）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トレース　&gt;　PSDiagnostics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No.56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・Enable-PSTrace
https://learn.microsoft.com/ja-jp/powershell/module/psdiagnostics/enable-pstrace/?view=powershell-5.1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・Start-Trace
https://learn.microsoft.com/ja-jp/powershell/module/psdiagnostics/start-trace/?view=powershell-5.1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・psdiagnostics モジュール 概要
https://learn.microsoft.com/ja-jp/powershell/module/psdiagnostics/?view=windowsserver2022-ps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