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レジストリプロバイダ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5. モジュールとプロバイダ　&gt;　プロバイダ　&gt;　レジストリ操作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レジストリプロバイダ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レジストリ操作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No.32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5. モジュールとプロバイダ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レジストリプロバイダ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レジストリ操作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No.32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機能の配布単位であるモジュールと、データストアを統一的に扱うプロバイダを扱う分類です。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HKLM:/HKCU:としてレジストリを読み書き。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microsoft.powershell.management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レジストリプロバイダ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レジストリ操作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No.32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・レジストリ確認・変更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レジストリプロバイダ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レジストリ操作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No.32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Get-ItemProperty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New-ItemProperty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・Get-ItemProperty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・New-ItemProperty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レジストリプロバイダ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レジストリ操作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No.32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Get-ItemProperty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New-ItemProperty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Add-Computer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Checkpoint-Computer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チェックポイント作成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Clear-Content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Complete-Transaction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Convert-Path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Copy-Item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Debug-Process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Disable-ComputerRestore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Enable-ComputerRestore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レジストリプロバイダ（続き）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レジストリ操作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No.32　／　5. モジュールとプロバイダ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Join-Path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結合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Limit-EventLog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制限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レジストリプロバイダ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レジストリ操作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No.32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HKLM:\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HKCU:\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レジストリプロバイダ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レジストリ操作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No.32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microsoft.powershell.management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microsoft.powershell.management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プロバイダ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レジストリ等のデータストアをファイルシステム風に扱う仕組み。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Get-ItemProperty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Get-ItemProperty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New-ItemProperty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New-ItemProperty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レジストリプロバイダ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レジストリ操作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No.32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・Get-ItemProperty
https://learn.microsoft.com/ja-jp/powershell/module/microsoft.powershell.management/get-itemproperty/?view=powershell-5.1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・New-ItemProperty
https://learn.microsoft.com/ja-jp/powershell/module/microsoft.powershell.management/new-itemproperty/?view=powershell-5.1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・microsoft.powershell.management モジュール 概要
https://learn.microsoft.com/ja-jp/powershell/module/microsoft.powershell.management/?view=windowsserver2022-ps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