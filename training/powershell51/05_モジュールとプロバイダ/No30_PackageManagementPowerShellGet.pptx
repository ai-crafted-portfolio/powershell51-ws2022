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PackageManagement/PowerShellGet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5. モジュールとプロバイダ　&gt;　配布　&gt;　ギャラリー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PackageManagement/PowerShellGet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配布　&gt;　ギャラリー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No.30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5. モジュールとプロバイダ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PackageManagement/PowerShellGet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配布　&gt;　ギャラリー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No.30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機能の配布単位であるモジュールと、データストアを統一的に扱うプロバイダを扱う分類です。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Install-Module/Find-ModuleでPSGallery等から取得。NuGetプロバイダ利用。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PackageManagement/PowerShellGet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配布　&gt;　ギャラリー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No.30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・モジュール入手・更新の方針確認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PackageManagement/PowerShellGet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配布　&gt;　ギャラリー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No.30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Get-PSRepository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Install-Module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・Get-PSRepository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・Install-Module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PackageManagement/PowerShellGet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配布　&gt;　ギャラリー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No.30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%ProgramFiles%\PackageManagement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登録リポジトリ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PackageManagement/PowerShellGet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配布　&gt;　ギャラリー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No.30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750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50113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50113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0113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プロバイダ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レジストリ等のデータストアをファイルシステム風に扱う仕組み。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0113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Get-PSRepository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Get-PSRepository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011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Install-Module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Install-Module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PackageManagement/PowerShellGet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配布　&gt;　ギャラリー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No.30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