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FileSystem/Registry/Certificate/Env/Variable/Alias/Functionをドライブとして操作。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・データストアの統一操作の理解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Get-PSProvider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・Get-PSProvider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Get-PSDrive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about_Providers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レジストリ等のデータストアをファイルシステム風に扱う仕組み。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PSDrive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設定（任意名）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プロバイダをドライブとしてマウントした論理ドライブ(例 HKLM:)。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Get-PSProvider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Get-PSDrive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Get-PSDrive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プロバイダとPSDrive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PSDrive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No.31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・Get-PSProvider
https://learn.microsoft.com/ja-jp/powershell/module/microsoft.powershell.management/get-psprovider/?view=powershell-5.1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・Get-PSDrive
https://learn.microsoft.com/ja-jp/powershell/module/microsoft.powershell.management/get-psdrive/?view=powershell-5.1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