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PowerShell 5.1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モジュールの概念とインポート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19456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30428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5. モジュールとプロバイダ　&gt;　モジュール　&gt;　インポート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モジュールの概念とインポート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5. モジュールとプロバイダ　&gt;　モジュール　&gt;　インポート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No.28　／　5. モジュールとプロバイダ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29692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・1. PowerShell基盤・実行環境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・2. 言語要素・構文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・3. パイプラインとオブジェクト処理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・4. スクリプティングと関数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5. モジュールとプロバイダ　（この項目が属する分類）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・6. リモート処理・CIM/WMI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・7. ジョブ・スケジュール・ワークフロー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・8. データ入出力・変換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セキュリティ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・10. 診断・ログ・監視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・11. 国際化・パッケージ運用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モジュールの概念とインポート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5. モジュールとプロバイダ　&gt;　モジュール　&gt;　インポート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No.28　／　5. モジュールとプロバイダ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機能の配布単位であるモジュールと、データストアを統一的に扱うプロバイダを扱う分類です。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259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機能はモジュール単位で提供。自動読み込みとImport-Module、PSModulePath。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02536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15210"/>
            <a:ext cx="8229600" cy="63474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・対象モジュール microsoft.powershell.core が利用可能であること（多くは初回コマンド実行時に自動読み込み）。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・スクリプト実行時は実行ポリシー（例 RemoteSigned）に留意する。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モジュールの概念とインポート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5. モジュールとプロバイダ　&gt;　モジュール　&gt;　インポート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No.28　／　5. モジュールとプロバイダ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14909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・必要モジュールの確認・読込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2305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3573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モジュールの概念とインポート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5. モジュールとプロバイダ　&gt;　モジュール　&gt;　インポート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No.28　／　5. モジュールとプロバイダ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520700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Get-Module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Import-Module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03805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16480"/>
            <a:ext cx="8229600" cy="4475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・Get-Module -ListAvailable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・Import-Module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モジュールの概念とインポート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5. モジュールとプロバイダ　&gt;　モジュール　&gt;　インポート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No.28　／　5. モジュールとプロバイダ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7848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$env:PSModulePath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%ProgramFiles%\WindowsPowerShell\Modules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286254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モジュールの概念とインポート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5. モジュールとプロバイダ　&gt;　モジュール　&gt;　インポート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No.28　／　5. モジュールとプロバイダ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24886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139696"/>
                <a:gridCol w="4443984"/>
              </a:tblGrid>
              <a:tr h="41478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用語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区分・変更可否（既定値）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説明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414782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microsoft.powershell.core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モジュール名（固定）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本項目の操作を提供するモジュール。Import-Module microsoft.powershell.core で利用。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14782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配布単位（固定名）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関連コマンドレットをまとめた配布単位。Import-Moduleで読み込む。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414782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機能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構成単位（固定名）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役割を補助する部品(例 .NET Framework, フェイルオーバークラスタリング)。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14782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Get-Module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Get-Module で詳細。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414782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Import-Module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Import-Module で詳細。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モジュールの概念とインポート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5. モジュールとプロバイダ　&gt;　モジュール　&gt;　インポート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No.28　／　5. モジュールとプロバイダ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6230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・Get-Module
https://learn.microsoft.com/ja-jp/powershell/module/microsoft.powershell.core/get-module/?view=powershell-5.1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・Import-Module
https://learn.microsoft.com/ja-jp/powershell/module/microsoft.powershell.core/import-module/?view=powershell-5.1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・microsoft.powershell.core モジュール 概要
https://learn.microsoft.com/ja-jp/powershell/module/microsoft.powershell.core/?view=windowsserver2022-ps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097022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