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モジュールとプロバイダ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機能の配布単位であるモジュールと、データストアを統一的に扱うプロバイダを扱う分類です。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スクリプトモジュールとマニフェストで配布・バージョン管理。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・社内モジュール整備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New-ModuleManifest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Export-ModuleMember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・New-ModuleManifest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・Export-ModuleMember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*.psm1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*.psd1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73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New-ModuleManifest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New-ModuleManifest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Export-ModuleMember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Export-ModuleMember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モジュールの作成（.psm1/.psd1）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モジュール　&gt;　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No.29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・New-ModuleManifest
https://learn.microsoft.com/ja-jp/powershell/module/microsoft.powershell.core/new-modulemanifest/?view=powershell-5.1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・Export-ModuleMember
https://learn.microsoft.com/ja-jp/powershell/module/microsoft.powershell.core/export-modulemember/?view=powershell-5.1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