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PowerShell 5.1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29692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PowerShell基盤・実行環境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言語要素・構文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パイプラインとオブジェクト処理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スクリプティングと関数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5. モジュールとプロバイダ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リモート処理・CIM/WMI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ジョブ・スケジュール・ワークフロー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データ入出力・変換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セキュリティ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診断・ログ・監視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国際化・パッケージ運用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機能の配布単位であるモジュールと、データストアを統一的に扱うプロバイダを扱う分類です。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Cert:で証明書ストア、Env:で環境変数を操作。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63474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・対象モジュール microsoft.powershell.management が利用可能であること（多くは初回コマンド実行時に自動読み込み）。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・スクリプト実行時は実行ポリシー（例 RemoteSigned）に留意する。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・証明書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・環境確認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5561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58236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333502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Get-ChildItem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1660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9282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・Get-ChildItem Cert:\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・$env:Path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Get-ChildItem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Add-Computer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Checkpoint-Computer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チェックポイント作成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Clear-Content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Complete-Transaction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完了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Convert-Path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Debug-Process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デバッグ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Disable-ComputerRestore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Enable-ComputerRestore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Join-Path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結合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Limit-EventLog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制限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Cert:\LocalMachine\My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Env:\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4974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743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microsoft.powershell.management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microsoft.powershell.management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74364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プロバイダ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機能（固定名）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レジストリ等のデータストアをファイルシステム風に扱う仕組み。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7436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Get-ChildItem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Get-ChildItem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証明書・環境変数プロバイダ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5. モジュールとプロバイダ　&gt;　プロバイダ　&gt;　証明書/環境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PowerShell5.1 技術項目　No.33　／　5. モジュールとプロバイダ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094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・Get-ChildItem
https://learn.microsoft.com/ja-jp/powershell/module/microsoft.powershell.management/get-childitem/?view=powershell-5.1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・microsoft.powershell.management モジュール 概要
https://learn.microsoft.com/ja-jp/powershell/module/microsoft.powershell.management/?view=windowsserver2022-ps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568194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