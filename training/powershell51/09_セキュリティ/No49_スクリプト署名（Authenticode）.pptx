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9. セキュリティ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スクリプト署名・資格情報・ローカルアカウントなど、PowerShell運用の安全性に関わる分類です。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コード署名証明書で.ps1へ署名。AllSigned/RemoteSignedと連動。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microsoft.powershell.security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・署名運用の要否確認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Set-AuthenticodeSignature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Get-AuthenticodeSignature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・Set-AuthenticodeSignature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・Get-AuthenticodeSignature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Set-AuthenticodeSignature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Get-AuthenticodeSignature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ConvertFrom-SecureString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ConvertTo-SecureString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New-FileCatalog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Protect-CmsMessage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保護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Test-FileCatalog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Unprotect-CmsMessage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保護解除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Get-Acl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Get-CmsMessage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Get-Credential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Get-ExecutionPolicy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Get-PfxCertificate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Set-Acl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コード署名証明書（Cert:\CurrentUser\My）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82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9561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9561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microsoft.powershell.security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microsoft.powershell.security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9561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Set-AuthenticodeSignature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Set-AuthenticodeSignature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95619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Get-AuthenticodeSignature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Get-AuthenticodeSignature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スクリプト署名（Authenticode）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署名　&gt;　スクリプト署名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No.49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9634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・Set-AuthenticodeSignature
https://learn.microsoft.com/ja-jp/powershell/module/microsoft.powershell.security/set-authenticodesignature/?view=powershell-5.1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・Get-AuthenticodeSignature
https://learn.microsoft.com/ja-jp/powershell/module/microsoft.powershell.security/get-authenticodesignature/?view=powershell-5.1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・microsoft.powershell.security モジュール 概要
https://learn.microsoft.com/ja-jp/powershell/module/microsoft.powershell.security/?view=windowsserver2022-ps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3738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