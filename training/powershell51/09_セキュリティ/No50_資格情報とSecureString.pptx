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資格情報とSecureString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9. セキュリティ　&gt;　資格情報　&gt;　資格情報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資格情報とSecureString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資格情報　&gt;　資格情報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No.50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9. セキュリティ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資格情報とSecureString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資格情報　&gt;　資格情報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No.50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スクリプト署名・資格情報・ローカルアカウントなど、PowerShell運用の安全性に関わる分類です。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463295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Get-CredentialでPSCredential、ConvertTo/From-SecureStringで機密文字列を扱う。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6752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9426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microsoft.powershell.security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資格情報とSecureString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資格情報　&gt;　資格情報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No.50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・認証情報の安全な取扱い確認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資格情報とSecureString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資格情報　&gt;　資格情報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No.50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Get-Credential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ConvertTo-SecureString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・Get-Credential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・ConvertTo-SecureString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資格情報とSecureString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資格情報　&gt;　資格情報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No.50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Get-Credential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ConvertTo-SecureString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変換(出力)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ConvertFrom-SecureString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変換(入力)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New-FileCatalog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Protect-CmsMessage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保護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Set-Acl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Test-FileCatalog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テスト・検証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Unprotect-CmsMessage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保護解除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Get-Acl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Get-AuthenticodeSignature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Get-CmsMessage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資格情報とSecureString（続き）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資格情報　&gt;　資格情報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No.50　／　9. セキュリティ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Get-ExecutionPolicy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Get-PfxCertificate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Set-AuthenticodeSignature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資格情報とSecureString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資格情報　&gt;　資格情報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No.50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DPAPI保護（ユーザー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マシン鍵）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資格情報とSecureString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資格情報　&gt;　資格情報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No.50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2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244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microsoft.powershell.security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microsoft.powershell.security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SecureString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型（固定）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暗号化された文字列型。資格情報の受け渡しに使う。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Get-Credential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Get-Credential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5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ConvertTo-SecureString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ConvertTo-SecureString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資格情報とSecureString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資格情報　&gt;　資格情報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No.50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・Get-Credential
https://learn.microsoft.com/ja-jp/powershell/module/microsoft.powershell.security/get-credential/?view=powershell-5.1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・ConvertTo-SecureString
https://learn.microsoft.com/ja-jp/powershell/module/microsoft.powershell.security/convertto-securestring/?view=powershell-5.1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・microsoft.powershell.security モジュール 概要
https://learn.microsoft.com/ja-jp/powershell/module/microsoft.powershell.security/?view=windowsserver2022-ps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