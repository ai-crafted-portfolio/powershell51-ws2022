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ローカルアカウント管理（LocalAccounts）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9. セキュリティ　&gt;　ローカル　&gt;　ローカルアカウント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ローカルアカウント管理（LocalAccounts）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ローカル　&gt;　ローカルアカウント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No.51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9. セキュリティ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ローカルアカウント管理（LocalAccounts）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ローカル　&gt;　ローカルアカウント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No.51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スクリプト署名・資格情報・ローカルアカウントなど、PowerShell運用の安全性に関わる分類です。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ローカルユーザー/グループの作成・変更・確認。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microsoft.powershell.localaccounts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ローカルアカウント管理（LocalAccounts）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ローカル　&gt;　ローカルアカウント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No.51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・ローカル権限の棚卸し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ローカルアカウント管理（LocalAccounts）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ローカル　&gt;　ローカルアカウント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No.51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Get-LocalUser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New-LocalUser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Add-LocalGroupMember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・Get-LocalUser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・New-LocalUser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・Add-LocalGroupMember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ローカルアカウント管理（LocalAccounts）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ローカル　&gt;　ローカルアカウント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No.51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Get-LocalUser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New-LocalUser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Add-LocalGroupMember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Disable-LocalUser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Enable-LocalUser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Remove-LocalGroup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Rename-LocalGroup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名前変更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Set-LocalGroup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Get-LocalGroup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Get-LocalGroupMember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New-LocalGroup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ローカルアカウント管理（LocalAccounts）（続き）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ローカル　&gt;　ローカルアカウント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No.51　／　9. セキュリティ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Remove-LocalGroupMember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Remove-LocalUser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Rename-LocalUser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名前変更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ローカルアカウント管理（LocalAccounts）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ローカル　&gt;　ローカルアカウント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No.51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SAM（ローカル）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ローカルアカウント管理（LocalAccounts）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ローカル　&gt;　ローカルアカウント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No.51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659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microsoft.powershell.localaccounts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microsoft.powershell.localaccounts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Get-LocalUser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Get-LocalUser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New-LocalUser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New-LocalUser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ローカルアカウント管理（LocalAccounts）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ローカル　&gt;　ローカルアカウント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No.51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32206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・Get-LocalUser
https://learn.microsoft.com/ja-jp/powershell/module/microsoft.powershell.localaccounts/get-localuser/?view=powershell-5.1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・New-LocalUser
https://learn.microsoft.com/ja-jp/powershell/module/microsoft.powershell.localaccounts/new-localuser/?view=powershell-5.1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・Add-LocalGroupMember
https://learn.microsoft.com/ja-jp/powershell/module/microsoft.powershell.localaccounts/add-localgroupmember/?view=powershell-5.1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・microsoft.powershell.localaccounts モジュール 概要
https://learn.microsoft.com/ja-jp/powershell/module/microsoft.powershell.localaccounts/?view=windowsserver2022-ps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9603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