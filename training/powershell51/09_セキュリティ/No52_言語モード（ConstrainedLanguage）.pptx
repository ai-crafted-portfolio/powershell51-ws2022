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言語モード（ConstrainedLanguage）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9. セキュリティ　&gt;　言語モード　&gt;　制約モード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言語モード（ConstrainedLanguage）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言語モード　&gt;　制約モード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No.52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モジュールとプロバイダ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9. セキュリティ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言語モード（ConstrainedLanguage）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言語モード　&gt;　制約モード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No.52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スクリプト署名・資格情報・ローカルアカウントなど、PowerShell運用の安全性に関わる分類です。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FullLanguage/ConstrainedLanguage/RestrictedLanguage。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WDAC等と連動し実行を制限。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9819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10866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・Windows PowerShell 5.1 標準機能のため追加導入は不要。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言語モード（ConstrainedLanguage）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言語モード　&gt;　制約モード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No.52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・制限環境の把握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言語モード（ConstrainedLanguage）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言語モード　&gt;　制約モード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No.52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Get-Command -Module &lt;モジュール名&gt;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・LanguageMode の値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言語モード（ConstrainedLanguage）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言語モード　&gt;　制約モード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No.52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$ExecutionContext.SessionState.LanguageMode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about_Language_Modes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言語モード（ConstrainedLanguage）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言語モード　&gt;　制約モード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No.52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6678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3394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339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WDAC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機能（任意）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 Defenderアプリケーション制御。CIポリシーで制御。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言語モード（ConstrainedLanguage）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9. セキュリティ　&gt;　言語モード　&gt;　制約モード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No.52　／　9. セキュリティ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4292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 Learn（Windows Server 2022 / Windows PowerShell 5.1 ドキュメント）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3221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