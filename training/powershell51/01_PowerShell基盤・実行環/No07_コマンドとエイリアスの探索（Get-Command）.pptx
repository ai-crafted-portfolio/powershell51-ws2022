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利用可能なコマンドレット・関数・エイリアスを一覧/検索する。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・目的コマンドの特定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・エイリアス実体の確認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・Get-Command -Noun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・-Verb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・Get-Alias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Get-Command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（コマンド探索）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PowerShell構文（固定）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動詞-名詞形式のPowerShell命令。例 Get-Service。パイプラインで連結できる。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Get-Command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Get-Command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Get-Alias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コマンドとエイリアスの探索（Get-Command）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探索　&gt;　コマンド探索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No.7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・Get-Command
https://learn.microsoft.com/ja-jp/powershell/module/microsoft.powershell.core/get-command/?view=powershell-5.1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・Get-Alias
https://learn.microsoft.com/ja-jp/powershell/module/microsoft.powershell.utility/get-alias/?view=powershell-5.1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