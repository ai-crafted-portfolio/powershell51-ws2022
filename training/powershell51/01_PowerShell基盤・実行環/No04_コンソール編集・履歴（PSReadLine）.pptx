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PowerShell基盤・実行環境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PowerShellを使ううえでの土台。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実行環境・起動時の設定・ヘルプ/コマンド探索など、以降のすべての操作の前提となる基礎を扱う分類です。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コマンドライン編集、履歴、構文色分け、補完を提供する既定モジュール。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psreadline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・キーハンドラ・履歴保存先の確認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Get-PSReadLineOption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Get-PSReadLineKeyHandler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・Get-PSReadLineOption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・Get-PSReadLineKeyHandler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Get-PSReadLineOption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Get-PSReadLineKeyHandler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Remove-PSReadLineKeyHandler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Set-PSReadLineKeyHandler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Set-PSReadLineOption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07111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693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3467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%APPDATA%\Microsoft\Windows\PowerShell\PSReadLine\ConsoleHost_history.txt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19481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psreadline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psreadline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Get-PSReadLineOption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Get-PSReadLineOption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Get-PSReadLineKeyHandler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Get-PSReadLineKeyHandler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コンソール編集・履歴（PSReadLine）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PowerShell基盤・実行環境　&gt;　対話操作　&gt;　PSReadLine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　／　1. PowerShell基盤・実行環境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・Get-PSReadLineOption
https://learn.microsoft.com/ja-jp/powershell/module/psreadline/get-psreadlineoption/?view=powershell-5.1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・Get-PSReadLineKeyHandler
https://learn.microsoft.com/ja-jp/powershell/module/psreadline/get-psreadlinekeyhandler/?view=powershell-5.1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・psreadline モジュール 概要
https://learn.microsoft.com/ja-jp/powershell/module/psreadline/?view=windowsserver2022-ps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