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112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オブジェクトとメンバー（Get-Member）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48412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59384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1. PowerShell基盤・実行環境　&gt;　探索　&gt;　オブジェクト構造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41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オブジェクトとメンバー（Get-Member）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探索　&gt;　オブジェクト構造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No.8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1. PowerShell基盤・実行環境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言語要素・構文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パイプラインとオブジェクト処理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スクリプティングと関数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モジュールとプロバイダ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リモート処理・CIM/WMI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ジョブ・スケジュール・ワークフロー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データ入出力・変換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セキュリティ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診断・ログ・監視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国際化・パッケージ運用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オブジェクトとメンバー（Get-Member）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探索　&gt;　オブジェクト構造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No.8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PowerShellを使ううえでの土台。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実行環境・起動時の設定・ヘルプ/コマンド探索など、以降のすべての操作の前提となる基礎を扱う分類です。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85518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出力は.NETオブジェクト。プロパティ/メソッドをGet-Memberで調べる。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81174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93848"/>
            <a:ext cx="8229600" cy="63474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・対象モジュール microsoft.powershell.utility が利用可能であること（多くは初回コマンド実行時に自動読み込み）。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オブジェクトとメンバー（Get-Member）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探索　&gt;　オブジェクト構造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No.8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・出力型・プロパティの確認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オブジェクトとメンバー（Get-Member）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探索　&gt;　オブジェクト構造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No.8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333502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Get-Member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1660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29282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・Get-Member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・$obj.GetType()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オブジェクトとメンバー（Get-Member）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探索　&gt;　オブジェクト構造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No.8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Get-Member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Add-Member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Clear-Variable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クリア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Compare-Object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比較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Convert-String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ConvertFrom-Csv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変換(入力)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ConvertTo-Csv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変換(出力)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Debug-Runspace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デバッグ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Disable-PSBreakpoint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Enable-PSBreakpoint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Export-Alias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エクスポート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オブジェクトとメンバー（Get-Member）（続き）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探索　&gt;　オブジェクト構造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No.8　／　1. PowerShell基盤・実行環境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Format-Custom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書式設定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Group-Object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グループ化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Import-Alias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インポート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オブジェクトとメンバー（Get-Member）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探索　&gt;　オブジェクト構造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No.8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（オブジェクト検査）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オブジェクトとメンバー（Get-Member）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探索　&gt;　オブジェクト構造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No.8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6591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41478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microsoft.powershell.utility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microsoft.powershell.utility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オブジェクト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概念（固定）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PowerShellの出力は文字列でなく.NETオブジェクト。プロパティ/メソッドを持つ。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Get-Member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Get-Member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オブジェクトとメンバー（Get-Member）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探索　&gt;　オブジェクト構造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No.8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094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・Get-Member
https://learn.microsoft.com/ja-jp/powershell/module/microsoft.powershell.utility/get-member/?view=powershell-5.1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・microsoft.powershell.utility モジュール 概要
https://learn.microsoft.com/ja-jp/powershell/module/microsoft.powershell.utility/?view=windowsserver2022-ps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68194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