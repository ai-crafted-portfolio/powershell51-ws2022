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プロファイルスクリプト（$PROFILE）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1. PowerShell基盤・実行環境　&gt;　起動・環境　&gt;　プロファイル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プロファイルスクリプト（$PROFILE）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起動・環境　&gt;　プロファイル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1. PowerShell基盤・実行環境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プロファイルスクリプト（$PROFILE）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起動・環境　&gt;　プロファイル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PowerShellを使ううえでの土台。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実行環境・起動時の設定・ヘルプ/コマンド探索など、以降のすべての操作の前提となる基礎を扱う分類です。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5518"/>
            <a:ext cx="8229600" cy="463295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起動時に自動実行される初期化スクリプト。AllUsers/CurrentUserとConsole/ISEの4種がある。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5390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98064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microsoft.powershell.utility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プロファイルスクリプト（$PROFILE）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起動・環境　&gt;　プロファイル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7040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・プロファイルの有無・内容確認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・共通関数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・エイリアスの整理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78050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90724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プロファイルスクリプト（$PROFILE）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起動・環境　&gt;　プロファイル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Format-List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Test-Path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・$PROFILE | Format-List *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・Test-Path $PROFILE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プロファイルスクリプト（$PROFILE）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起動・環境　&gt;　プロファイル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Format-List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書式設定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Test-Path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テスト・検証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Add-Member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Clear-Variable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Compare-Object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比較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Convert-String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ConvertFrom-Csv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変換(入力)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ConvertTo-Csv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変換(出力)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Debug-Runspace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Disable-PSBreakpoint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Enable-PSBreakpoint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プロファイルスクリプト（$PROFILE）（続き）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起動・環境　&gt;　プロファイル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　／　1. PowerShell基盤・実行環境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Export-Alias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Get-Alias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Group-Object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グループ化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プロファイルスクリプト（$PROFILE）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起動・環境　&gt;　プロファイル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693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34671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$PROFILE の各パス（%SystemRoot%\System32\...\profile.ps1 等）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19481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プロファイルスクリプト（$PROFILE）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起動・環境　&gt;　プロファイル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microsoft.powershell.utility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microsoft.powershell.utility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プロファイル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設定ファイル（パス固定）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起動時に自動実行される初期化スクリプト($PROFILE)。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Format-List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Format-List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Test-Path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Test-Path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プロファイルスクリプト（$PROFILE）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起動・環境　&gt;　プロファイル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・Format-List
https://learn.microsoft.com/ja-jp/powershell/module/microsoft.powershell.utility/format-list/?view=powershell-5.1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・Test-Path
https://learn.microsoft.com/ja-jp/powershell/module/microsoft.powershell.management/test-path/?view=powershell-5.1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・microsoft.powershell.utility モジュール 概要
https://learn.microsoft.com/ja-jp/powershell/module/microsoft.powershell.utility/?view=windowsserver2022-ps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・microsoft.powershell.management モジュール 概要
https://learn.microsoft.com/ja-jp/powershell/module/microsoft.powershell.management/?view=windowsserver2022-ps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