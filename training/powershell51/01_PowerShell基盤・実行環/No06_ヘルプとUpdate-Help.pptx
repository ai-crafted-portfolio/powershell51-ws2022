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Get-Helpによるコマンド/概念(about_*)ヘルプ。初期はスタブで、Update-Helpで本文取得。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5390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98064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・ヘルプ更新の実施可否・オフライン配布(Save-Help)確認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Get-Help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Update-Help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Save-Help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・Get-Help &lt;cmd&gt; -Full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・Update-Help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・Get-Help about_*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Get-Help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Update-Help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Save-Help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%SystemRoot%\System32\...\&lt;culture&gt;\ ヘルプファイル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Get-Help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Get-Help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Update-Help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Update-Help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ヘルプとUpdate-Help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ヘルプ　&gt;　ヘルプシステム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No.6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・Get-Help
https://learn.microsoft.com/ja-jp/powershell/module/microsoft.powershell.core/get-help/?view=powershell-5.1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・Update-Help
https://learn.microsoft.com/ja-jp/powershell/module/microsoft.powershell.core/update-help/?view=powershell-5.1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・Save-Help
https://learn.microsoft.com/ja-jp/powershell/module/microsoft.powershell.core/save-help/?view=powershell-5.1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