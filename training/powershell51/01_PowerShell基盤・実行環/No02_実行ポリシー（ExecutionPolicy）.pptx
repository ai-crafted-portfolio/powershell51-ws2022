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実行ポリシー（ExecutionPolicy）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1. PowerShell基盤・実行環境　&gt;　起動・環境　&gt;　実行ポリシー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実行ポリシー（ExecutionPolicy）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起動・環境　&gt;　実行ポリシー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1. PowerShell基盤・実行環境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実行ポリシー（ExecutionPolicy）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起動・環境　&gt;　実行ポリシー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PowerShellを使ううえでの土台。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実行環境・起動時の設定・ヘルプ/コマンド探索など、以降のすべての操作の前提となる基礎を扱う分類です。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スクリプト実行可否を制御。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1174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Restricted/AllSigned/RemoteSigned/Unrestricted/Bypass。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1046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既定はサーバーでRemoteSigned相当、クライアントでRestricted。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7670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9376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microsoft.powershell.security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実行ポリシー（ExecutionPolicy）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起動・環境　&gt;　実行ポリシー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・現在のポリシー確認・スコープ別設定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・GPOでの強制有無確認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5561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8236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実行ポリシー（ExecutionPolicy）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起動・環境　&gt;　実行ポリシー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Get-ExecutionPolicy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Set-ExecutionPolicy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・Get-ExecutionPolicy -List（既定 RemoteSigned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・Undefined）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・Set-ExecutionPolicy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実行ポリシー（ExecutionPolicy）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起動・環境　&gt;　実行ポリシー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Get-ExecutionPolicy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Set-ExecutionPolicy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ConvertFrom-SecureString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変換(入力)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ConvertTo-SecureString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New-FileCatalog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Protect-CmsMessage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保護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Test-FileCatalog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テスト・検証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Unprotect-CmsMessage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保護解除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Get-Acl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Get-AuthenticodeSignature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Get-CmsMessage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実行ポリシー（ExecutionPolicy）（続き）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起動・環境　&gt;　実行ポリシー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　／　1. PowerShell基盤・実行環境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Get-Credential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Get-PfxCertificate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Set-Acl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実行ポリシー（ExecutionPolicy）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起動・環境　&gt;　実行ポリシー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レジストリ HKLM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HKCU\...\PowerShell\1\ShellIds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GPO「スクリプトの実行を有効にする」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54787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実行ポリシー（ExecutionPolicy）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起動・環境　&gt;　実行ポリシー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microsoft.powershell.security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microsoft.powershell.security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実行ポリシー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設定値（既定 RemoteSigned）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スクリプト実行可否を制御。Restricted/AllSigned/RemoteSigned/Unrestricted/Bypass。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GPO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設定オブジェクト（任意名）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グループポリシーオブジェクト。設定をまとめて配布する。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Get-ExecutionPolicy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Get-ExecutionPolicy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Set-ExecutionPolicy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Set-ExecutionPolicy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実行ポリシー（ExecutionPolicy）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起動・環境　&gt;　実行ポリシー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・Get-ExecutionPolicy
https://learn.microsoft.com/ja-jp/powershell/module/microsoft.powershell.security/get-executionpolicy/?view=powershell-5.1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・Set-ExecutionPolicy
https://learn.microsoft.com/ja-jp/powershell/module/microsoft.powershell.security/set-executionpolicy/?view=powershell-5.1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・microsoft.powershell.security モジュール 概要
https://learn.microsoft.com/ja-jp/powershell/module/microsoft.powershell.security/?view=windowsserver2022-ps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