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 5.1はWindows Server 2022標準搭載の管理シェル/スクリプト基盤。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コンソール(powershell.exe)・ISE・組込ホストの3形態で動作する。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104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372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・.NET版数・エディション・ホストの把握（設定変更なし）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・$PSVersionTable.PSVersion（5.1）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Get-Host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95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powershell.exe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powershell_ise.exe（%SystemRoot%\System32\WindowsPowerShell\v1.0\）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45643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Get-Host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Get-Host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5.1の全体像とホスト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概念　&gt;　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・Get-Host
https://learn.microsoft.com/ja-jp/powershell/module/microsoft.powershell.utility/get-host/?view=powershell-5.1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