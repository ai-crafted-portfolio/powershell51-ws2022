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PowerShell 5.1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1112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Windows PowerShell ISE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48412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59384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1. PowerShell基盤・実行環境　&gt;　対話操作　&gt;　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413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Windows PowerShell ISE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PowerShell基盤・実行環境　&gt;　対話操作　&gt;　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　／　1. PowerShell基盤・実行環境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29692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1. PowerShell基盤・実行環境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言語要素・構文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パイプラインとオブジェクト処理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スクリプティングと関数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モジュールとプロバイダ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リモート処理・CIM/WMI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ジョブ・スケジュール・ワークフロー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データ入出力・変換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セキュリティ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診断・ログ・監視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国際化・パッケージ運用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Windows PowerShell ISE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PowerShell基盤・実行環境　&gt;　対話操作　&gt;　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　／　1. PowerShell基盤・実行環境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PowerShellを使ううえでの土台。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実行環境・起動時の設定・ヘルプ/コマンド探索など、以降のすべての操作の前提となる基礎を扱う分類です。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85518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GUIの統合スクリプト環境。編集・実行・デバッグを1画面で行う（5.1限りで以降非推奨）。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81174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93848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・対象モジュール ise が利用可能であること（多くは初回コマンド実行時に自動読み込み）。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・スクリプト実行時は実行ポリシー（例 RemoteSigned）に留意する。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Windows PowerShell ISE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PowerShell基盤・実行環境　&gt;　対話操作　&gt;　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　／　1. PowerShell基盤・実行環境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・ISEの利用可否・スニペット確認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Windows PowerShell ISE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PowerShell基盤・実行環境　&gt;　対話操作　&gt;　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　／　1. PowerShell基盤・実行環境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333502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1660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29282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・Get-Module ISE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・$psISE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Windows PowerShell ISE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PowerShell基盤・実行環境　&gt;　対話操作　&gt;　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　／　1. PowerShell基盤・実行環境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308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Get-Module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Import-IseSnippet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インポート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New-IseSnippet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Get-IseSnippet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809494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Windows PowerShell ISE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PowerShell基盤・実行環境　&gt;　対話操作　&gt;　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　／　1. PowerShell基盤・実行環境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PowerShell ISE（ISEモジュール）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024633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Windows PowerShell ISE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PowerShell基盤・実行環境　&gt;　対話操作　&gt;　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　／　1. PowerShell基盤・実行環境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49745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7436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74364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ise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ise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74364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74365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Get-Module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Get-Module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Windows PowerShell ISE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PowerShell基盤・実行環境　&gt;　対話操作　&gt;　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　／　1. PowerShell基盤・実行環境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6230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・Get-Module
https://learn.microsoft.com/ja-jp/powershell/module/microsoft.powershell.core/get-module/?view=powershell-5.1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・ise モジュール 概要
https://learn.microsoft.com/ja-jp/powershell/module/ise/?view=windowsserver2022-ps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・microsoft.powershell.core モジュール 概要
https://learn.microsoft.com/ja-jp/powershell/module/microsoft.powershell.core/?view=windowsserver2022-ps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97022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