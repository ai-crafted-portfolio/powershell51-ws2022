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スケジュールタスク（ScheduledTasks）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7. ジョブ・スケジュール・ワークフロー　&gt;　スケジュール　&gt;　スケジュールタスク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スケジュールタスク（ScheduledTasks）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スケジュール　&gt;　スケジュールタスク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No.41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7. ジョブ・スケジュール・ワークフロー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スケジュールタスク（ScheduledTasks）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スケジュール　&gt;　スケジュールタスク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No.41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時間のかかる処理の非同期化と、定期実行・長時間処理の自動化を扱う分類です。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タスクスケジューラのタスクをコマンドレットで登録/管理。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scheduledtasks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スケジュールタスク（ScheduledTasks）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スケジュール　&gt;　スケジュールタスク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No.41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・定期実行の棚卸し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スケジュールタスク（ScheduledTasks）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スケジュール　&gt;　スケジュールタスク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No.41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Register-ScheduledTask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Get-ScheduledTask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・Register-ScheduledTask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・Get-ScheduledTask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スケジュールタスク（ScheduledTasks）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スケジュール　&gt;　スケジュールタスク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No.41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0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770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Register-ScheduledTask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登録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Get-ScheduledTask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Disable-ScheduledTask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Enable-ScheduledTask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Export-ScheduledTask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New-ScheduledTask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Set-ClusteredScheduledTask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Start-ScheduledTask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開始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Stop-ScheduledTask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停止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1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Unregister-ClusteredScheduledTask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登録解除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スケジュールタスク（ScheduledTasks）（続き）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スケジュール　&gt;　スケジュールタスク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No.41　／　7. ジョブ・スケジュール・ワークフロー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30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Get-ClusteredScheduledTask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Get-ScheduledTaskInfo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New-ScheduledTaskAction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New-ScheduledTaskPrincipal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49682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スケジュールタスク（ScheduledTasks）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スケジュール　&gt;　スケジュールタスク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No.41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タスクスケジューラライブラリ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スケジュールタスク（ScheduledTasks）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スケジュール　&gt;　スケジュールタスク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No.41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scheduledtasks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scheduledtasks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PowerShell構文（固定）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動詞-名詞形式のPowerShell命令。例 Get-Service。パイプラインで連結できる。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Register-ScheduledTask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Register-ScheduledTask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Get-ScheduledTask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Get-ScheduledTask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スケジュールタスク（ScheduledTasks）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スケジュール　&gt;　スケジュールタスク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No.41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・Register-ScheduledTask
https://learn.microsoft.com/ja-jp/powershell/module/scheduledtasks/register-scheduledtask/?view=windowsserver2022-ps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・Get-ScheduledTask
https://learn.microsoft.com/ja-jp/powershell/module/scheduledtasks/get-scheduledtask/?view=windowsserver2022-ps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・scheduledtasks モジュール 概要
https://learn.microsoft.com/ja-jp/powershell/module/scheduledtasks/?view=windowsserver2022-ps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