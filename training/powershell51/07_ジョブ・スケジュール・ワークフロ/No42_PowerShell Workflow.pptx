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ジョブ・スケジュール・ワークフロー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時間のかかる処理の非同期化と、定期実行・長時間処理の自動化を扱う分類です。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workflowキーワードで中断/再開可能な長時間処理を記述（PSWorkflow）。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psworkflow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・並列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・継続処理の必要性確認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・workflow { parallel {}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PSWorkflowモジュール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82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psworkflow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psworkflow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PowerShell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ワークフロー　&gt;　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No.42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56540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・psworkflow モジュール 概要
https://learn.microsoft.com/ja-jp/powershell/module/psworkflow/?view=windowsserver2022-ps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39366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