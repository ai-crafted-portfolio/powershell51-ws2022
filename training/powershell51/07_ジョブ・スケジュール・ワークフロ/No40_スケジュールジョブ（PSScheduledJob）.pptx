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スケジュールジョブ（PSScheduledJob）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7. ジョブ・スケジュール・ワークフロー　&gt;　スケジュール　&gt;　スケジュールジョブ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スケジュールジョブ（PSScheduledJob）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ジョブ・スケジュール・ワークフロー　&gt;　スケジュール　&gt;　スケジュールジョブ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No.40　／　7. ジョブ・スケジュール・ワークフロー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7. ジョブ・スケジュール・ワークフロー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スケジュールジョブ（PSScheduledJob）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ジョブ・スケジュール・ワークフロー　&gt;　スケジュール　&gt;　スケジュールジョブ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No.40　／　7. ジョブ・スケジュール・ワークフロー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時間のかかる処理の非同期化と、定期実行・長時間処理の自動化を扱う分類です。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タスクスケジューラ連携でPSスクリプトを定期実行。トリガー/オプション設定。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psscheduledjob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スケジュールジョブ（PSScheduledJob）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ジョブ・スケジュール・ワークフロー　&gt;　スケジュール　&gt;　スケジュールジョブ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No.40　／　7. ジョブ・スケジュール・ワークフロー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・定期実行ジョブの確認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スケジュールジョブ（PSScheduledJob）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ジョブ・スケジュール・ワークフロー　&gt;　スケジュール　&gt;　スケジュールジョブ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No.40　／　7. ジョブ・スケジュール・ワークフロー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Register-ScheduledJob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Get-ScheduledJob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・Register-ScheduledJob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・Get-ScheduledJob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スケジュールジョブ（PSScheduledJob）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ジョブ・スケジュール・ワークフロー　&gt;　スケジュール　&gt;　スケジュールジョブ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No.40　／　7. ジョブ・スケジュール・ワークフロー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Register-ScheduledJob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登録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Get-ScheduledJob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Add-JobTrigger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Disable-JobTrigger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Enable-JobTrigger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New-JobTrigger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Remove-JobTrigger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Set-JobTrigger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Unregister-ScheduledJob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登録解除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Disable-ScheduledJob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Enable-ScheduledJob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スケジュールジョブ（PSScheduledJob）（続き）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ジョブ・スケジュール・ワークフロー　&gt;　スケジュール　&gt;　スケジュールジョブ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No.40　／　7. ジョブ・スケジュール・ワークフロー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Get-JobTrigger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Get-ScheduledJobOption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New-ScheduledJobOption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スケジュールジョブ（PSScheduledJob）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ジョブ・スケジュール・ワークフロー　&gt;　スケジュール　&gt;　スケジュールジョブ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No.40　／　7. ジョブ・スケジュール・ワークフロー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693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34671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4671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タスクスケジューラ \Microsoft\Windows\PowerShell\ScheduledJobs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19481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スケジュールジョブ（PSScheduledJob）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ジョブ・スケジュール・ワークフロー　&gt;　スケジュール　&gt;　スケジュールジョブ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No.40　／　7. ジョブ・スケジュール・ワークフロー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750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50113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50113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psscheduledjob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psscheduledjob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50113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ジョブ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Start-Job等で非同期実行する処理単位。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50113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Register-ScheduledJob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Register-ScheduledJob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5011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Get-ScheduledJob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Get-ScheduledJob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スケジュールジョブ（PSScheduledJob）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ジョブ・スケジュール・ワークフロー　&gt;　スケジュール　&gt;　スケジュールジョブ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No.40　／　7. ジョブ・スケジュール・ワークフロー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・Register-ScheduledJob
https://learn.microsoft.com/ja-jp/powershell/module/psscheduledjob/register-scheduledjob/?view=powershell-5.1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・Get-ScheduledJob
https://learn.microsoft.com/ja-jp/powershell/module/psscheduledjob/get-scheduledjob/?view=powershell-5.1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・psscheduledjob モジュール 概要
https://learn.microsoft.com/ja-jp/powershell/module/psscheduledjob/?view=windowsserver2022-ps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