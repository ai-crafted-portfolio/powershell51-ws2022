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バックグラウンドジョブ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7. ジョブ・スケジュール・ワークフロー　&gt;　ジョブ　&gt;　バックグラウンドジョブ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バックグラウンドジョブ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ジョブ　&gt;　バックグラウンドジョブ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No.39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7. ジョブ・スケジュール・ワークフロー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バックグラウンドジョブ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ジョブ　&gt;　バックグラウンドジョブ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No.39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時間のかかる処理の非同期化と、定期実行・長時間処理の自動化を扱う分類です。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Start-Jobで非同期実行、Get-Job/Receive-Jobで管理・回収。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microsoft.powershell.core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バックグラウンドジョブ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ジョブ　&gt;　バックグラウンドジョブ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No.39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・長時間処理の非同期化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バックグラウンドジョブ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ジョブ　&gt;　バックグラウンドジョブ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No.39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Start-Job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Get-Job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Receive-Job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・Start-Job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・Get-Job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・Receive-Job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バックグラウンドジョブ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ジョブ　&gt;　バックグラウンドジョブ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No.39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開始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Get-Job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Receive-Job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受信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54787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バックグラウンドジョブ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ジョブ　&gt;　バックグラウンドジョブ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No.39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about_Jobs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バックグラウンドジョブ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ジョブ　&gt;　バックグラウンドジョブ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No.39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microsoft.powershell.core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microsoft.powershell.core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ジョブ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Start-Job等で非同期実行する処理単位。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Start-Job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Start-Job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Get-Job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Get-Job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バックグラウンドジョブ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7. ジョブ・スケジュール・ワークフロー　&gt;　ジョブ　&gt;　バックグラウンドジョブ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No.39　／　7. ジョブ・スケジュール・ワークフロー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・Start-Job
https://learn.microsoft.com/ja-jp/powershell/module/microsoft.powershell.core/start-job/?view=powershell-5.1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・Get-Job
https://learn.microsoft.com/ja-jp/powershell/module/microsoft.powershell.core/get-job/?view=powershell-5.1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・Receive-Job
https://learn.microsoft.com/ja-jp/powershell/module/microsoft.powershell.core/receive-job/?view=powershell-5.1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・microsoft.powershell.core モジュール 概要
https://learn.microsoft.com/ja-jp/powershell/module/microsoft.powershell.core/?view=windowsserver2022-ps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