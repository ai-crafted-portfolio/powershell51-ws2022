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リモート処理・CIM/WMI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WinRMを基盤に複数サーバーを遠隔操作し、CIM/WMIで管理情報を取得する、運用自動化の中核となる分類です。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対話(Enter-PSSession)と一括(Invoke-Command)。永続セッションの再利用。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・リモート運用手順の確認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New-PSSession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Invoke-Command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Enter-PSSession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・New-PSSession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・Invoke-Command -ComputerName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New-PSSession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Invoke-Command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Enter-PSSession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（WinRM経由）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073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WinRM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サービス（固定名）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WS-Management実装。PowerShellリモート処理の通信基盤(既定5985/5986)。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New-PSSession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New-PSSession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Invoke-Command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Invoke-Command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PSSessionとInvoke-Command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接続　&gt;　PSSession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No.35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・New-PSSession
https://learn.microsoft.com/ja-jp/powershell/module/microsoft.powershell.core/new-pssession/?view=powershell-5.1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・Invoke-Command
https://learn.microsoft.com/ja-jp/powershell/module/microsoft.powershell.core/invoke-command/?view=powershell-5.1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・Enter-PSSession
https://learn.microsoft.com/ja-jp/powershell/module/microsoft.powershell.core/enter-pssession/?view=powershell-5.1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