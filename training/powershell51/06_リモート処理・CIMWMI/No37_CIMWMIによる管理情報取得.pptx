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リモート処理・CIM/WMI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WinRMを基盤に複数サーバーを遠隔操作し、CIM/WMIで管理情報を取得する、運用自動化の中核となる分類です。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Get-CimInstanceでWMIクラスを照会。CIMセッションで複数取得。従来のGet-WmiObjectも可。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cimcmdlets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・構成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・状態の照会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Get-CimInstance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New-CimSession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・Get-CimInstance Win32_*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・New-CimSession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New-CimSession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Export-BinaryMiLog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Import-BinaryMiLog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Invoke-CimMethod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Register-CimIndicationEvent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Remove-CimInstance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Set-CimInstance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Get-CimAssociatedInstance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Get-CimClass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New-CimInstance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New-CimSessionOption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Remove-CimSession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WMIリポジトリ（%SystemRoot%\System32\wbem）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036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339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cimcmdlets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cimcmdlets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CIM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規格（固定名）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共通情報モデル。Get-CimInstanceで管理情報を取得する。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WMI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規格（固定名）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Windows管理基盤。CIMの従来実装(Get-WmiObject)。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Get-CimInstance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Get-CimInstance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49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New-CimSession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New-CimSession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CIM/WMIによる管理情報取得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管理情報　&gt;　CIM/WMI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No.37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・Get-CimInstance
https://learn.microsoft.com/ja-jp/powershell/module/cimcmdlets/get-ciminstance/?view=powershell-5.1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・New-CimSession
https://learn.microsoft.com/ja-jp/powershell/module/cimcmdlets/new-cimsession/?view=powershell-5.1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・cimcmdlets モジュール 概要
https://learn.microsoft.com/ja-jp/powershell/module/cimcmdlets/?view=windowsserver2022-ps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