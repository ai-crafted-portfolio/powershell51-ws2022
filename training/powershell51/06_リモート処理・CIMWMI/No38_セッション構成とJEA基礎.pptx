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リモート処理・CIM/WMI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WinRMを基盤に複数サーバーを遠隔操作し、CIM/WMIで管理情報を取得する、運用自動化の中核となる分類です。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Just Enough Administration。役割ごとに許可コマンドを限定した制約付きエンドポイント。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・権限委任方針の確認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Register-PSSessionConfiguration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Get-PSSessionConfiguration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・Register-PSSessionConfiguration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・Get-PSSessionConfiguration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セッション構成(.pssc)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ロール能力(.psrc)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120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686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6867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867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JEA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Just Enough Administration。役割ごとに許可コマンドを限定する委任の仕組み。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6867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867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Register-PSSessionConfiguration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Register-PSSessionConfiguration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6867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Get-PSSessionConfiguration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Get-PSSessionConfiguration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セッション構成とJEA基礎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委任　&gt;　JEA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No.38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793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・Register-PSSessionConfiguration
https://learn.microsoft.com/ja-jp/powershell/module/microsoft.powershell.core/register-pssessionconfiguration/?view=powershell-5.1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・Get-PSSessionConfiguration
https://learn.microsoft.com/ja-jp/powershell/module/microsoft.powershell.core/get-pssessionconfiguration/?view=powershell-5.1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720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