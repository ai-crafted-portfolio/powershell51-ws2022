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リモート構成とTrustedHosts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6. リモート処理・CIM/WMI　&gt;　構成　&gt;　TrustedHosts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リモート構成とTrustedHosts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構成　&gt;　TrustedHosts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No.36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6. リモート処理・CIM/WMI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リモート構成とTrustedHosts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構成　&gt;　TrustedHosts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No.36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WinRMを基盤に複数サーバーを遠隔操作し、CIM/WMIで管理情報を取得する、運用自動化の中核となる分類です。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非ドメイン環境での信頼ホスト、認証方式(Kerberos/CredSSP)。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microsoft.powershell.management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リモート構成とTrustedHosts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構成　&gt;　TrustedHosts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No.36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・認証方式・信頼設定の確認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リモート構成とTrustedHosts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構成　&gt;　TrustedHosts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No.36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・Get-Item WSMan:\localhost\Client\TrustedHosts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リモート構成とTrustedHosts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構成　&gt;　TrustedHosts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No.36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Add-Computer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Checkpoint-Computer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Clear-Content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Complete-Transaction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Convert-Path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Debug-Process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Disable-ComputerRestore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Enable-ComputerRestore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リモート構成とTrustedHosts（続き）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構成　&gt;　TrustedHosts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No.36　／　6. リモート処理・CIM/WMI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Join-Path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結合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Limit-EventLog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制限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移動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リモート構成とTrustedHosts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構成　&gt;　TrustedHosts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No.36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WSMan:\localhost\Client\TrustedHosts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リモート構成とTrustedHosts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構成　&gt;　TrustedHosts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No.36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497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743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microsoft.powershell.management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microsoft.powershell.management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Kerberos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認証方式（固定名）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AD既定のチケットベース認証。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436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Get-Item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リモート構成とTrustedHosts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6. リモート処理・CIM/WMI　&gt;　構成　&gt;　TrustedHosts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No.36　／　6. リモート処理・CIM/WMI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・Get-Item
https://learn.microsoft.com/ja-jp/powershell/module/microsoft.powershell.management/get-item/?view=powershell-5.1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・microsoft.powershell.management モジュール 概要
https://learn.microsoft.com/ja-jp/powershell/module/microsoft.powershell.management/?view=windowsserver2022-ps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