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WinRM/WS-Management概要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6. リモート処理・CIM/WMI　&gt;　基盤　&gt;　WinRM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WinRM/WS-Management概要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基盤　&gt;　WinRM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No.34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6. リモート処理・CIM/WMI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WinRM/WS-Management概要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基盤　&gt;　WinRM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No.34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WinRMを基盤に複数サーバーを遠隔操作し、CIM/WMIで管理情報を取得する、運用自動化の中核となる分類です。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リモート実行の基盤。Enable-PSRemotingでリスナー/ファイアウォール/サービスを構成。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microsoft.powershell.core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WinRM/WS-Management概要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基盤　&gt;　WinRM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No.34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・リモート有効化状態の確認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WinRM/WS-Management概要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基盤　&gt;　WinRM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No.34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Enable-PSRemoting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858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・Enable-PSRemoting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・winrm enumerate winrm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・config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・listener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WinRM/WS-Management概要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基盤　&gt;　WinRM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No.34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308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WinRMサービス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listener（5985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5986）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WSMan:ドライブ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80949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WinRM/WS-Management概要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基盤　&gt;　WinRM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No.34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0739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1478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microsoft.powershell.core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microsoft.powershell.core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WinRM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サービス（固定名）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WS-Management実装。PowerShellリモート処理の通信基盤(既定5985/5986)。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ファイアウォール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機能（既定 有効）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Windows Defenderファイアウォール。受信/送信規則で通信を制御。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Enable-PSRemoting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Enable-PSRemoting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WinRM/WS-Management概要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基盤　&gt;　WinRM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No.34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094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・Enable-PSRemoting
https://learn.microsoft.com/ja-jp/powershell/module/microsoft.powershell.core/enable-psremoting/?view=powershell-5.1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・microsoft.powershell.core モジュール 概要
https://learn.microsoft.com/ja-jp/powershell/module/microsoft.powershell.core/?view=windowsserver2022-ps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8194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