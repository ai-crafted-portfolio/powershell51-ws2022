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分岐と反復。switchは-Regex/-Wildcard/-File対応。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・処理フローの記述（学習）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・if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・elseif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・else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・switch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about_If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about_Switch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about_For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about_Foreach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制御構文（if/switch/for/foreach/while）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制御　&gt;　制御構文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No.13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