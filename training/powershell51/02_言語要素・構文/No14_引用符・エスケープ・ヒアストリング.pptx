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' 'はリテラル、" "は変数展開。`はエスケープ、@" "@はヒアストリング。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・文字列生成・整形（学習）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・"$var"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・@" "@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・`n `t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about_Quoting_Rules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引用符・エスケープ・ヒアストリング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引用と文字列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No.14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