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データ型（文字列/数値/日付/真偽）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2. 言語要素・構文　&gt;　型　&gt;　データ型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データ型（文字列/数値/日付/真偽）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型　&gt;　データ型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No.10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2. 言語要素・構文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データ型（文字列/数値/日付/真偽）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型　&gt;　データ型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No.10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変数・型・演算子・制御構文など、スクリプトを書くための言語そのものの要素を扱う分類です。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[string][int][datetime][bool]等の.NET型。型加速子とキャストを使う。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・Windows PowerShell 5.1 標準機能のため追加導入は不要。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データ型（文字列/数値/日付/真偽）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型　&gt;　データ型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No.10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・型と変換の理解（学習）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データ型（文字列/数値/日付/真偽）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型　&gt;　データ型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No.10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Get-Command -Module &lt;モジュール名&gt;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・[int]"5"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・$x -is [string]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データ型（文字列/数値/日付/真偽）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型　&gt;　データ型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No.10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about_Data_Types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データ型（文字列/数値/日付/真偽）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型　&gt;　データ型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No.10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データ型（文字列/数値/日付/真偽）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型　&gt;　データ型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No.10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4292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 Learn（Windows Server 2022 / Windows PowerShell 5.1 ドキュメント）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3221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