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$名 で変数を扱い、$_,$PSItem,$? などの自動変数がある。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global/script/local/privateのスコープ。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819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086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・変数・スコープの理解（学習）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・$var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・$PSItem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・Get-Variable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about_Variables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about_Scopes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Get-Variable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変数・自動変数・スコープ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変数　&gt;　変数とスコープ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No.9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・Get-Variable
https://learn.microsoft.com/ja-jp/powershell/module/microsoft.powershell.utility/get-variable/?view=powershell-5.1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