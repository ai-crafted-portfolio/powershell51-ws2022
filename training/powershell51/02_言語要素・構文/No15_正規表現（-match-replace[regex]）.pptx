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言語要素・構文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変数・型・演算子・制御構文など、スクリプトを書くための言語そのものの要素を扱う分類です。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パターン照合と置換。$Matches に捕捉結果。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・抽出・置換処理（学習）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・-match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・-replace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・[regex]::Matches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about_Regular_Expressions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正規表現（-match/-replace/[regex]）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言語要素・構文　&gt;　文字列　&gt;　正規表現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No.15　／　2. 言語要素・構文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