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-eq/-ne/-gt、-and/-or、-like/-match/-contains、算術演算子。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・条件式の記述（学習）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・-eq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・-match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・-like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about_Operators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about_Comparison_Operators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演算子（比較/論理/算術/-match等）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演算子　&gt;　演算子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No.12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