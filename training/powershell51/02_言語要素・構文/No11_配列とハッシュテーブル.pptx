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配列 @()、連想配列 @{} 、[ordered]で順序保持。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・データ構造の作成・操作（学習）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・@(1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・@{k='v'}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about_Arrays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about_Hash_Tables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配列とハッシュテーブル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コレクション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No.11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