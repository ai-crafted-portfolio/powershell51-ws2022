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フィルタリング（Where-Object）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 パイプラインとオブジェクト処理　&gt;　選別　&gt;　フィルタ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フィルタリング（Where-Object）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選別　&gt;　フィルタ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No.17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3. パイプラインとオブジェクト処理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フィルタリング（Where-Object）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選別　&gt;　フィルタ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No.17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PowerShell最大の特徴であるオブジェクトのパイプライン処理。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抽出・整形・集計を組み合わせて目的の結果を得る分類です。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条件に合うオブジェクトのみ通す。簡易構文 Where {$_.X -gt 1}。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microsoft.powershell.core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フィルタリング（Where-Object）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選別　&gt;　フィルタ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No.17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・抽出条件の記述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フィルタリング（Where-Object）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選別　&gt;　フィルタ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No.17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Where-Object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・Where-Object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フィルタリング（Where-Object）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選別　&gt;　フィルタ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No.17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（コマンド）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フィルタリング（Where-Object）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選別　&gt;　フィルタ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No.17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microsoft.powershell.core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microsoft.powershell.core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オブジェクト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概念（固定）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PowerShellの出力は文字列でなく.NETオブジェクト。プロパティ/メソッドを持つ。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Where-Object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Where-Object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フィルタリング（Where-Object）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選別　&gt;　フィルタ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No.17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・Where-Object
https://learn.microsoft.com/ja-jp/powershell/module/microsoft.powershell.core/where-object/?view=powershell-5.1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・microsoft.powershell.core モジュール 概要
https://learn.microsoft.com/ja-jp/powershell/module/microsoft.powershell.core/?view=windowsserver2022-ps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