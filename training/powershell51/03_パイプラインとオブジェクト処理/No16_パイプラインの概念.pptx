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パイプラインの概念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パイプラインとオブジェクト処理　&gt;　概念　&gt;　パイプライン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パイプラインの概念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概念　&gt;　パイプライン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No.16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パイプラインとオブジェクト処理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パイプラインの概念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概念　&gt;　パイプライン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No.16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PowerShell最大の特徴であるオブジェクトのパイプライン処理。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抽出・整形・集計を組み合わせて目的の結果を得る分類です。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| で前段の出力オブジェクトを次段へ渡す。ByValue/ByPropertyNameのバインド。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パイプラインの概念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概念　&gt;　パイプライン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No.16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・パイプ設計の理解（学習）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パイプラインの概念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概念　&gt;　パイプライン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No.16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・|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・ValueFromPipeline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パイプラインの概念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概念　&gt;　パイプライン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No.16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about_Pipelines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about_Pipeline_Input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パイプラインの概念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概念　&gt;　パイプライン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No.16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9210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0700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0700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パイプライン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PowerShell構文（固定）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前のコマンドの出力オブジェクトを | で次のコマンドへ渡す仕組み。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700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オブジェクト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概念（固定）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PowerShellの出力は文字列でなく.NETオブジェクト。プロパティ/メソッドを持つ。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パイプラインの概念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概念　&gt;　パイプライン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No.16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