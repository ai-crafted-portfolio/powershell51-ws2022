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Format-Table/List/Wide、Out-File/Out-GridView/Out-String。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4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・画面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・ファイル出力の整形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Format-Table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Out-GridView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Out-File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Out-String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・Format-Table -Auto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・Out-GridView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Format-Table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Out-GridView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Out-File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出力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about_Format.ps1xml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$PSHOME\*.format.ps1xml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Format-Table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Format-Table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Out-GridView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Out-GridView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・Format-Table
https://learn.microsoft.com/ja-jp/powershell/module/microsoft.powershell.utility/format-table/?view=powershell-5.1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・Out-GridView
https://learn.microsoft.com/ja-jp/powershell/module/microsoft.powershell.utility/out-gridview/?view=powershell-5.1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・Out-File
https://learn.microsoft.com/ja-jp/powershell/module/microsoft.powershell.utility/out-file/?view=powershell-5.1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・Out-String
https://learn.microsoft.com/ja-jp/powershell/module/microsoft.powershell.utility/out-string/?view=powershell-5.1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書式コマンドとOut系（続き）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表示　&gt;　書式整形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No.21　／　3. パイプラインとオブジェクト処理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