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PowerShell 5.1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11125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要素ごとの処理（ForEach-Object）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48412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59384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3. パイプラインとオブジェクト処理　&gt;　反復　&gt;　要素処理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413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要素ごとの処理（ForEach-Object）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3. パイプラインとオブジェクト処理　&gt;　反復　&gt;　要素処理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No.20　／　3. パイプラインとオブジェクト処理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29692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・1. PowerShell基盤・実行環境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・2. 言語要素・構文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3. パイプラインとオブジェクト処理　（この項目が属する分類）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・4. スクリプティングと関数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・5. モジュールとプロバイダ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・6. リモート処理・CIM/WMI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・7. ジョブ・スケジュール・ワークフロー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・8. データ入出力・変換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・9. セキュリティ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・10. 診断・ログ・監視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・11. 国際化・パッケージ運用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要素ごとの処理（ForEach-Object）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3. パイプラインとオブジェクト処理　&gt;　反復　&gt;　要素処理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No.20　／　3. パイプラインとオブジェクト処理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PowerShell最大の特徴であるオブジェクトのパイプライン処理。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抽出・整形・集計を組み合わせて目的の結果を得る分類です。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85518"/>
            <a:ext cx="8229600" cy="259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各オブジェクトに処理を適用。%エイリアス。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281174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593848"/>
            <a:ext cx="8229600" cy="63474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・対象モジュール microsoft.powershell.core が利用可能であること（多くは初回コマンド実行時に自動読み込み）。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・スクリプト実行時は実行ポリシー（例 RemoteSigned）に留意する。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要素ごとの処理（ForEach-Object）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3. パイプラインとオブジェクト処理　&gt;　反復　&gt;　要素処理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No.20　／　3. パイプラインとオブジェクト処理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14909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・一括処理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2305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3573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要素ごとの処理（ForEach-Object）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3. パイプラインとオブジェクト処理　&gt;　反復　&gt;　要素処理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No.20　／　3. パイプラインとオブジェクト処理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333502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ForEach-Object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1660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29282"/>
            <a:ext cx="8229600" cy="4475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・ForEach-Object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要素ごとの処理（ForEach-Object）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3. パイプラインとオブジェクト処理　&gt;　反復　&gt;　要素処理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No.20　／　3. パイプラインとオブジェクト処理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523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（コマンド）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024633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要素ごとの処理（ForEach-Object）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3. パイプラインとオブジェクト処理　&gt;　反復　&gt;　要素処理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No.20　／　3. パイプラインとオブジェクト処理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16591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2139696"/>
                <a:gridCol w="4443984"/>
              </a:tblGrid>
              <a:tr h="41478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用語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区分・変更可否（既定値）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説明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414782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microsoft.powershell.core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モジュール名（固定）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本項目の操作を提供するモジュール。Import-Module microsoft.powershell.core で利用。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14782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オブジェクト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概念（固定）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PowerShellの出力は文字列でなく.NETオブジェクト。プロパティ/メソッドを持つ。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414782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ForEach-Object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ForEach-Object で詳細。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要素ごとの処理（ForEach-Object）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3. パイプラインとオブジェクト処理　&gt;　反復　&gt;　要素処理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No.20　／　3. パイプラインとオブジェクト処理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09423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・ForEach-Object
https://learn.microsoft.com/ja-jp/powershell/module/microsoft.powershell.core/foreach-object/?view=powershell-5.1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・microsoft.powershell.core モジュール 概要
https://learn.microsoft.com/ja-jp/powershell/module/microsoft.powershell.core/?view=windowsserver2022-ps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568194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