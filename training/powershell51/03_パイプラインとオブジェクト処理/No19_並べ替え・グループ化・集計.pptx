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並べ替え・グループ化・集計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パイプラインとオブジェクト処理　&gt;　集計　&gt;　並べ替え・集計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並べ替え・グループ化・集計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集計　&gt;　並べ替え・集計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No.19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パイプラインとオブジェクト処理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並べ替え・グループ化・集計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集計　&gt;　並べ替え・集計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No.19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PowerShell最大の特徴であるオブジェクトのパイプライン処理。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抽出・整形・集計を組み合わせて目的の結果を得る分類です。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Sort-Object/Group-Object/Measure-Objectで集計。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microsoft.powershell.utility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並べ替え・グループ化・集計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集計　&gt;　並べ替え・集計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No.19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・レポート作成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並べ替え・グループ化・集計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集計　&gt;　並べ替え・集計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No.19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Sort-Object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Group-Object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Measure-Object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・Sort-Object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・Group-Object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・Measure-Object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並べ替え・グループ化・集計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集計　&gt;　並べ替え・集計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No.19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Sort-Object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並べ替え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Measure-Object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測定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並べ替え・グループ化・集計（続き）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集計　&gt;　並べ替え・集計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No.19　／　3. パイプラインとオブジェクト処理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Export-Alias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Format-Custom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並べ替え・グループ化・集計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集計　&gt;　並べ替え・集計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No.19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（コマンド）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並べ替え・グループ化・集計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集計　&gt;　並べ替え・集計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No.19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microsoft.powershell.utility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microsoft.powershell.utility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Sort-Object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Sort-Object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Group-Object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並べ替え・グループ化・集計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集計　&gt;　並べ替え・集計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No.19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・Sort-Object
https://learn.microsoft.com/ja-jp/powershell/module/microsoft.powershell.utility/sort-object/?view=powershell-5.1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・Group-Object
https://learn.microsoft.com/ja-jp/powershell/module/microsoft.powershell.utility/group-object/?view=powershell-5.1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・Measure-Object
https://learn.microsoft.com/ja-jp/powershell/module/microsoft.powershell.utility/measure-object/?view=powershell-5.1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