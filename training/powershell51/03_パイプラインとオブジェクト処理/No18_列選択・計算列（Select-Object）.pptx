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パイプラインとオブジェクト処理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PowerShell最大の特徴であるオブジェクトのパイプライン処理。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抽出・整形・集計を組み合わせて目的の結果を得る分類です。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必要プロパティの選択、-First/-Last、@{n=;e=}の計算列。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microsoft.powershell.utility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・出力整形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Select-Object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・Select-Object -Property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・-ExpandProperty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Select-Object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選択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Clear-Variable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ConvertFrom-Csv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Debug-Runspace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Disable-PSBreakpoint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Enable-PSBreakpoint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Export-Alias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Format-Custom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書式設定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Get-Alias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Group-Object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（コマンド）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4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microsoft.powershell.utility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microsoft.powershell.utility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Select-Object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Select-Object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列選択・計算列（Select-Object）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パイプラインとオブジェクト処理　&gt;　整形　&gt;　プロパティ選択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No.18　／　3. パイプラインとオブジェクト処理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・Select-Object
https://learn.microsoft.com/ja-jp/powershell/module/microsoft.powershell.utility/select-object/?view=powershell-5.1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・microsoft.powershell.utility モジュール 概要
https://learn.microsoft.com/ja-jp/powershell/module/microsoft.powershell.utility/?view=windowsserver2022-ps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