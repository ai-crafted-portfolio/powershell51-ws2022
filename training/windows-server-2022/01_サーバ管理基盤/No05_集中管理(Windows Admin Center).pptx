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1112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集中管理(Windows Admin Center)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48412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59384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1. サーバ管理基盤　&gt;　管理ツール　&gt;　Windows Admin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41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集中管理(Windows Admin Center)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サーバ管理基盤　&gt;　管理ツール　&gt;　Windows Admin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　／　1. サーバ管理基盤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1. サーバ管理基盤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集中管理(Windows Admin Center)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サーバ管理基盤　&gt;　管理ツール　&gt;　Windows Admin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　／　1. サーバ管理基盤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サーバーの土台となる管理基盤。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エディション・役割/機能・管理ツール・初期構成など、以降のすべての役割運用の前提を扱う分類です。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85518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ブラウザベースでサーバー/クラスター/HCIを管理する無償ツール。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81174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93848"/>
            <a:ext cx="8229600" cy="63474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集中管理(Windows Admin Center)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サーバ管理基盤　&gt;　管理ツール　&gt;　Windows Admin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　／　1. サーバ管理基盤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・WAC利用有無・接続対象の確認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集中管理(Windows Admin Center)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サーバ管理基盤　&gt;　管理ツール　&gt;　Windows Admin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　／　1. サーバ管理基盤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333502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Get-Command -Module &lt;モジュール名&gt;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1660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29282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・WAC ゲートウェイ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・接続一覧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集中管理(Windows Admin Center)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サーバ管理基盤　&gt;　管理ツール　&gt;　Windows Admin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　／　1. サーバ管理基盤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WAC（別途導入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443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6516）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547874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集中管理(Windows Admin Center)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サーバ管理基盤　&gt;　管理ツール　&gt;　Windows Admin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　／　1. サーバ管理基盤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集中管理(Windows Admin Center)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サーバ管理基盤　&gt;　管理ツール　&gt;　Windows Admin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　／　1. サーバ管理基盤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4292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・Microsoft Learn（Windows Server 2022 / Windows PowerShell 5.1 ドキュメント）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03221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