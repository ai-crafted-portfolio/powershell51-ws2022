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役割ごとの推奨構成を自動診断。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bestpractices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・構成健全性の確認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Invoke-BpaModel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Get-BpaResult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・Invoke-BpaModel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・Get-BpaResult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Invoke-BpaModel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Get-BpaResult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Set-BpaResult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Get-BpaModel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bestpractices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bestpractices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bestpractices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Invoke-BpaModel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Invoke-BpaModel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Get-BpaResult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Get-BpaResult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ベストプラクティスアナライザー(BPA)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評価　&gt;　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・Invoke-BpaModel
https://learn.microsoft.com/ja-jp/powershell/module/bestpractices/invoke-bpamodel/?view=windowsserver2022-ps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・Get-BpaResult
https://learn.microsoft.com/ja-jp/powershell/module/bestpractices/get-bparesult/?view=windowsserver2022-ps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・bestpractices モジュール 概要
https://learn.microsoft.com/ja-jp/powershell/module/bestpractices/?view=windowsserver2022-ps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