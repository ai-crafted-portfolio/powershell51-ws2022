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Server Manager/DISM/PowerShellで役割(Role)・機能(Feature)を導入。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539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依存関係を自動解決。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104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372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servermanager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・導入済み役割の棚卸し・追加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Get-WindowsFeature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Install-WindowsFeature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Uninstall-WindowsFeature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・Get-WindowsFeature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・Install-WindowsFeature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・Uninstall-WindowsFeature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83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Install-WindowsFeature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Disable-ServerManagerStandardUserRemoting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5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Enable-ServerManagerStandardUserRemoting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41147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ServerManager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%SystemRoot%\Servicing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994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servermanager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servermanager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サーバーの主機能(例 AD DS, DNS)。Install-WindowsFeatureで導入。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役割を補助する部品(例 .NET Framework, フェイルオーバークラスタリング)。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ツール（固定名）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展開イメージのサービス管理。機能/パッケージ/ドライバー保守。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Get-WindowsFeature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Get-WindowsFeature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Install-WindowsFeature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Install-WindowsFeature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役割・機能の追加/削除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構成管理　&gt;　役割と機能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・Get-WindowsFeature
https://learn.microsoft.com/ja-jp/powershell/module/servermanager/get-windowsfeature/?view=windowsserver2022-ps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・Install-WindowsFeature
https://learn.microsoft.com/ja-jp/powershell/module/servermanager/install-windowsfeature/?view=windowsserver2022-ps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・Uninstall-WindowsFeature
https://learn.microsoft.com/ja-jp/powershell/module/servermanager/uninstall-windowsfeature/?view=windowsserver2022-ps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・servermanager モジュール 概要
https://learn.microsoft.com/ja-jp/powershell/module/servermanager/?view=windowsserver2022-ps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