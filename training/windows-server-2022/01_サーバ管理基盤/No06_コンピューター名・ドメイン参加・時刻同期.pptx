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コンピューター名・ドメイン参加・時刻同期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1. サーバ管理基盤　&gt;　初期設定　&gt;　コンピューター基本設定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コンピューター名・ドメイン参加・時刻同期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初期設定　&gt;　コンピューター基本設定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1. サーバ管理基盤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コンピューター名・ドメイン参加・時刻同期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初期設定　&gt;　コンピューター基本設定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サーバーの土台となる管理基盤。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エディション・役割/機能・管理ツール・初期構成など、以降のすべての役割運用の前提を扱う分類です。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85518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ホスト名変更、ドメイン/ワークグループ参加、W32Timeによる時刻同期。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1174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93848"/>
            <a:ext cx="8229600" cy="102743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microsoft.powershell.management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コンピューター名・ドメイン参加・時刻同期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初期設定　&gt;　コンピューター基本設定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・命名規則・参加状態・NTP確認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コンピューター名・ドメイン参加・時刻同期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初期設定　&gt;　コンピューター基本設定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Rename-Computer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Add-Computer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106400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・Rename-Computer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・Add-Computer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・w32tm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・query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・status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コンピューター名・ドメイン参加・時刻同期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初期設定　&gt;　コンピューター基本設定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Rename-Computer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名前変更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Add-Computer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Checkpoint-Computer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チェックポイント作成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Clear-Content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Complete-Transaction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完了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Convert-Path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Copy-Item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コピー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Debug-Process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デバッグ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Disable-ComputerRestore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Enable-ComputerRestore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Get-ChildItem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コンピューター名・ドメイン参加・時刻同期（続き）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初期設定　&gt;　コンピューター基本設定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　／　1. サーバ管理基盤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Invoke-Item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実行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Join-Path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結合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Limit-EventLog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制限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コンピューター名・ドメイン参加・時刻同期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初期設定　&gt;　コンピューター基本設定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レジストリ ...\W32Time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ドメイン参加情報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コンピューター名・ドメイン参加・時刻同期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初期設定　&gt;　コンピューター基本設定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6591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41478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microsoft.powershell.management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microsoft.powershell.management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Rename-Computer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Rename-Computer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Add-Computer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Add-Computer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コンピューター名・ドメイン参加・時刻同期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初期設定　&gt;　コンピューター基本設定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・Rename-Computer
https://learn.microsoft.com/ja-jp/powershell/module/microsoft.powershell.management/rename-computer/?view=powershell-5.1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・Add-Computer
https://learn.microsoft.com/ja-jp/powershell/module/microsoft.powershell.management/add-computer/?view=powershell-5.1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・microsoft.powershell.management モジュール 概要
https://learn.microsoft.com/ja-jp/powershell/module/microsoft.powershell.management/?view=windowsserver2022-ps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