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Managerとサーバーグループ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1. サーバ管理基盤　&gt;　管理ツール　&gt;　Server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Managerとサーバーグループ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Server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1. サーバ管理基盤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Managerとサーバーグループ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Server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サーバーの土台となる管理基盤。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エディション・役割/機能・管理ツール・初期構成など、以降のすべての役割運用の前提を扱う分類です。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GUI/コマンドでローカル・リモートサーバーをまとめて管理。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117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93848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servermanager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Managerとサーバーグループ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Server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・集中管理の運用確認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Managerとサーバーグループ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Server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Get-WindowsFeature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・Get-WindowsFeature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・Server Manager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Managerとサーバーグループ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Server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218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9256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Get-WindowsFeature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Disable-ServerManagerStandardUserRemoting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Enable-ServerManagerStandardUserRemoting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Install-WindowsFeature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Uninstall-WindowsFeature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アンインストール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Remove-SMServerPerformanceLog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Start-SMPerformanceCollector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Stop-SMPerformanceCollector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停止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Get-SMCounterSample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7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Get-SMPerformanceCollector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Managerとサーバーグループ（続き）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Server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　／　1. サーバ管理基盤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30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Get-SMServerBpaResult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Get-SMServerClusterName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Get-SMServerEvent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Get-SMServerFeature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49682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Managerとサーバーグループ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Server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ServerManager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servermanagertasks 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Managerとサーバーグループ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Server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4974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743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servermanager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servermanager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7436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Get-WindowsFeature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Get-WindowsFeature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Managerとサーバーグループ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Server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・Get-WindowsFeature
https://learn.microsoft.com/ja-jp/powershell/module/servermanager/get-windowsfeature/?view=windowsserver2022-ps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・servermanager モジュール 概要
https://learn.microsoft.com/ja-jp/powershell/module/servermanager/?view=windowsserver2022-ps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・servermanagertasks モジュール 概要
https://learn.microsoft.com/ja-jp/powershell/module/servermanagertasks/?view=windowsserver2022-ps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