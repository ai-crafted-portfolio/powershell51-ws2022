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OS/CALのアクティベーション。VAMTでKMS/MAKを一括管理。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vamt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・認証状態・方式の確認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Get-VamtProduct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・slmgr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・dlv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・Get-VamtProduct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Get-VamtProduct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Add-VamtProductKey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Export-VamtData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Find-VamtManagedMachine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検索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Import-VamtData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Initialize-VamtData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初期化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Install-VamtConfirmationId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Update-VamtProduct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Get-VamtConfirmationId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Get-VamtProductKey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Install-VamtProductActivation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Install-VamtProductKey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171196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vamt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slmgr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vamt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vamt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Get-VamtProduct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Get-VamtProduct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ライセンス認証とVAMT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ライセンス　&gt;　ライセンス認証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・Get-VamtProduct
https://learn.microsoft.com/ja-jp/powershell/module/vamt/get-vamtproduct/?view=windowsserver2022-ps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・vamt モジュール 概要
https://learn.microsoft.com/ja-jp/powershell/module/vamt/?view=windowsserver2022-ps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