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Server Coreと初期構成(sconfig)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1. サーバ管理基盤　&gt;　管理ツール　&gt;　Server Core/sconfig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Server Coreと初期構成(sconfig)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管理ツール　&gt;　Server Core/sconfig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1. サーバ管理基盤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Server Coreと初期構成(sconfig)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管理ツール　&gt;　Server Core/sconfig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サーバーの土台となる管理基盤。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エディション・役割/機能・管理ツール・初期構成など、以降のすべての役割運用の前提を扱う分類です。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85518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GUIなし最小構成。sconfigやPowerShellで構成。フットプリント/攻撃面を縮小。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1174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93848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servercore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Server Coreと初期構成(sconfig)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管理ツール　&gt;　Server Core/sconfig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・Coreの採用可否・初期設定確認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Server Coreと初期構成(sconfig)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管理ツール　&gt;　Server Core/sconfig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333502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Get-ComputerInfo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660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9282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・sconfig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・Get-ComputerInfo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Server Coreと初期構成(sconfig)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管理ツール　&gt;　Server Core/sconfig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Get-ComputerInfo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Set-DisplayResolution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Add-Computer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Checkpoint-Computer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チェックポイント作成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Clear-Content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Complete-Transaction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完了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Convert-Path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Copy-Item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コピー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Debug-Process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デバッグ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Disable-ComputerRestore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Enable-ComputerRestore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Server Coreと初期構成(sconfig)（続き）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管理ツール　&gt;　Server Core/sconfig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　／　1. サーバ管理基盤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Invoke-Item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実行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Join-Path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結合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Limit-EventLog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制限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Server Coreと初期構成(sconfig)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管理ツール　&gt;　Server Core/sconfig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sconfig.cmd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servercore 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Server Coreと初期構成(sconfig)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管理ツール　&gt;　Server Core/sconfig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4974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7436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7436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servercore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servercore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7436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74365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Get-ComputerInfo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Get-ComputerInfo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Server Coreと初期構成(sconfig)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1. サーバ管理基盤　&gt;　管理ツール　&gt;　Server Core/sconfig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　／　1. サーバ管理基盤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・Get-ComputerInfo
https://learn.microsoft.com/ja-jp/powershell/module/microsoft.powershell.management/get-computerinfo/?view=powershell-5.1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・servercore モジュール 概要
https://learn.microsoft.com/ja-jp/powershell/module/servercore/?view=windowsserver2022-ps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・microsoft.powershell.management モジュール 概要
https://learn.microsoft.com/ja-jp/powershell/module/microsoft.powershell.management/?view=windowsserver2022-ps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