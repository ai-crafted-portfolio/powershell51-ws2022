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Server 2022の全体像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サーバ管理基盤　&gt;　概念　&gt;　エディション/形態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Server 2022の全体像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概念　&gt;　エディション/形態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サーバ管理基盤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Server 2022の全体像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概念　&gt;　エディション/形態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サーバーの土台となる管理基盤。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エディション・役割/機能・管理ツール・初期構成など、以降のすべての役割運用の前提を扱う分類です。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Standard/Datacenter、デスクトップエクスペリエンス/Server Core/Nano、LTSC。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539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役割と機能で構成する。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104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93720"/>
            <a:ext cx="8229600" cy="102743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microsoft.powershell.management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Server 2022の全体像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概念　&gt;　エディション/形態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・エディション・インストール形態の把握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Server 2022の全体像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概念　&gt;　エディション/形態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Get-ComputerInfo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Get-CimInstance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・Get-ComputerInfo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・(Get-CimInstance Win32_OperatingSystem).Caption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Server 2022の全体像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概念　&gt;　エディション/形態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Get-ComputerInfo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Get-CimInstance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Add-Computer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Checkpoint-Computer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Clear-Content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Complete-Transaction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Convert-Path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Copy-Item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Debug-Process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Disable-ComputerRestore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Enable-ComputerRestore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Server 2022の全体像（続き）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概念　&gt;　エディション/形態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　／　1. サーバ管理基盤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Join-Path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結合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Limit-EventLog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制限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Server 2022の全体像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概念　&gt;　エディション/形態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（システム情報）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Server 2022の全体像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概念　&gt;　エディション/形態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4886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microsoft.powershell.management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microsoft.powershell.management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構成単位（固定名）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サーバーの主機能(例 AD DS, DNS)。Install-WindowsFeatureで導入。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構成単位（固定名）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役割を補助する部品(例 .NET Framework, フェイルオーバークラスタリング)。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Get-ComputerInfo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Get-ComputerInfo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Get-CimInstance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Get-CimInstance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Server 2022の全体像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概念　&gt;　エディション/形態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・Get-ComputerInfo
https://learn.microsoft.com/ja-jp/powershell/module/microsoft.powershell.management/get-computerinfo/?view=powershell-5.1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・Get-CimInstance
https://learn.microsoft.com/ja-jp/powershell/module/cimcmdlets/get-ciminstance/?view=powershell-5.1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・microsoft.powershell.management モジュール 概要
https://learn.microsoft.com/ja-jp/powershell/module/microsoft.powershell.management/?view=windowsserver2022-ps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・cimcmdlets モジュール 概要
https://learn.microsoft.com/ja-jp/powershell/module/cimcmdlets/?view=windowsserver2022-ps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