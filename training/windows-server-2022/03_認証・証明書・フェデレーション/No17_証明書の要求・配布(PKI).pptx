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証明書の要求・配布(PKI)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証明書の要求・配布(PKI)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証明書運用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No.17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認証・証明書・フェデレーション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証明書の要求・配布(PKI)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証明書運用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No.17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PKI・フェデレーション・情報権利管理など、AD DSを補完する認証/暗号基盤を扱う分類です。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pkiモジュールで証明書要求/自己署名/インポート/エクスポート。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pki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証明書の要求・配布(PKI)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証明書運用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No.17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・証明書ライフサイクル確認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証明書の要求・配布(PKI)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証明書運用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No.17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New-SelfSignedCertificate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Get-Certificate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Import-Certificate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・New-SelfSignedCertificate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・Get-Certificate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・Import-Certificate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証明書の要求・配布(PKI)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証明書運用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No.17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26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126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New-SelfSignedCertificate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Add-CertificateEnrollmentPolicyServer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Remove-CertificateEnrollmentPolicyServer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Set-CertificateAutoEnrollmentPolicy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Switch-Certificate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証明書の要求・配布(PKI)（続き）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証明書運用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No.17　／　3. 認証・証明書・フェデレーション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91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183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Export-PfxCertificate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Get-CertificateAutoEnrollmentPolicy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Get-CertificateEnrollmentPolicyServer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Get-CertificateNotificationTask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5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Get-PfxData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0988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証明書の要求・配布(PKI)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証明書運用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No.17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pki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Cert:\LocalMachine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証明書の要求・配布(PKI)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証明書運用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No.17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073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pki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pki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New-SelfSignedCertificate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New-SelfSignedCertificate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Get-Certificate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証明書の要求・配布(PKI)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証明書運用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No.17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・New-SelfSignedCertificate
https://learn.microsoft.com/ja-jp/powershell/module/pki/new-selfsignedcertificate/?view=windowsserver2022-ps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・Get-Certificate
https://learn.microsoft.com/ja-jp/powershell/module/pki/get-certificate/?view=windowsserver2022-ps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・Import-Certificate
https://learn.microsoft.com/ja-jp/powershell/module/pki/import-certificate/?view=windowsserver2022-ps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・pki モジュール 概要
https://learn.microsoft.com/ja-jp/powershell/module/pki/?view=windowsserver2022-ps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