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webapplicationproxyでAD FS前段のリバースプロキシ/プレ認証を提供。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webapplicationproxy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・外部公開方式の確認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Get-WebApplicationProxyApplication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・Get-WebApplicationProxyApplication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14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8925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Add-WebApplicationProxyApplication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Install-WebApplicationProxy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Remove-WebApplicationProxyApplication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Set-WebApplicationProxyApplication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Update-WebApplicationProxyDeviceRegistration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Get-WebApplicationProxyAvailableADFSRelyingParty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225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75073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5073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5073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Get-WebApplicationProxyHealth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5073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Get-WebApplicationProxySslCertificate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5073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Set-WebApplicationProxyConfiguration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507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Set-WebApplicationProxySslCertificate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43916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webapplicationproxy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659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webapplicationproxy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webapplicationproxy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Get-WebApplicationProxyApplication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Get-WebApplicationProxyApplication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Webアプリケーションプロキシ(WAP)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公開　&gt;　Webアプリケーションプロキシ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No.19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26441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・Get-WebApplicationProxyApplication
https://learn.microsoft.com/ja-jp/powershell/module/webapplicationproxy/get-webapplicationproxyapplication/?view=windowsserver2022-ps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・webapplicationproxy モジュール 概要
https://learn.microsoft.com/ja-jp/powershell/module/webapplicationproxy/?view=windowsserver2022-ps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383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