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トラステッドプラットフォームモジュール(TPM)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 認証・証明書・フェデレーション　&gt;　ハードウェア　&gt;　TPM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トラステッドプラットフォームモジュール(TPM)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ハードウェア　&gt;　TPM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No.21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3. 認証・証明書・フェデレーション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トラステッドプラットフォームモジュール(TPM)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ハードウェア　&gt;　TPM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No.21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PKI・フェデレーション・情報権利管理など、AD DSを補完する認証/暗号基盤を扱う分類です。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trustedplatformmoduleでTPMの状態確認・初期化。BitLocker/認証の基盤。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trustedplatformmodule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トラステッドプラットフォームモジュール(TPM)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ハードウェア　&gt;　TPM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No.21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・TPM有無・状態確認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トラステッドプラットフォームモジュール(TPM)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ハードウェア　&gt;　TPM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No.21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Get-Tpm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Initialize-Tpm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・Get-Tpm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・Initialize-Tpm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トラステッドプラットフォームモジュール(TPM)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ハードウェア　&gt;　TPM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No.21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Get-Tpm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Initialize-Tpm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初期化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Clear-Tpm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ConvertTo-TpmOwnerAuth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Disable-TpmAutoProvisioning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Enable-TpmAutoProvisioning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Import-TpmOwnerAuth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Set-TpmOwnerAuth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Unblock-Tpm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ブロック解除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Get-TpmEndorsementKeyInfo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Get-TpmSupportedFeature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トラステッドプラットフォームモジュール(TPM)（続き）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ハードウェア　&gt;　TPM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No.21　／　3. 認証・証明書・フェデレーション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トラステッドプラットフォームモジュール(TPM)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ハードウェア　&gt;　TPM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No.21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trustedplatformmodule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トラステッドプラットフォームモジュール(TPM)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ハードウェア　&gt;　TPM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No.21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4184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4549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trustedplatformmodule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trustedplatformmodule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BitLocker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機能（任意 有効）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ボリューム暗号化。TPMや回復キーと連携。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TPM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ハードウェア（固定名）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トラステッドプラットフォームモジュール。鍵/整合性の基盤。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Get-Tpm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Get-Tpm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Initialize-Tpm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Initialize-Tpm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トラステッドプラットフォームモジュール(TPM)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ハードウェア　&gt;　TPM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No.21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・Get-Tpm
https://learn.microsoft.com/ja-jp/powershell/module/trustedplatformmodule/get-tpm/?view=windowsserver2022-ps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・Initialize-Tpm
https://learn.microsoft.com/ja-jp/powershell/module/trustedplatformmodule/initialize-tpm/?view=windowsserver2022-ps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・trustedplatformmodule モジュール 概要
https://learn.microsoft.com/ja-jp/powershell/module/trustedplatformmodule/?view=windowsserver2022-ps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