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3. 認証・証明書・フェデレーション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PKI・フェデレーション・情報権利管理など、AD DSを補完する認証/暗号基盤を扱う分類です。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adrms/adrmsadminで文書の暗号化・利用権限(IRM)を管理。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adrms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・IRM利用の有無確認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Get-RmsSvcAccount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・Get-RmsSvcAccount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 RMSクラスター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Get-RmsSvcAccount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Install-ADRMS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Uninstall-ADRMS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アンインストール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Update-ADRMS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Export-RmsReportDefinitionLanguage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Import-RmsTPD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Initialize-RmsCryptoMode2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初期化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Set-RmsSvcAccount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Export-RmsTPD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Export-RmsTUD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Get-RmsCertChain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Get-RmsCertInfo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Get-RmsChildCert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Get-RmsEncryptedIL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adrms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adrmsadmin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adrms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adrms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Get-RmsSvcAccount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Get-RmsSvcAccount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情報権利管理(AD RMS)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3. 認証・証明書・フェデレーション　&gt;　権利保護　&gt;　AD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No.20　／　3. 認証・証明書・フェデレーション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・Get-RmsSvcAccount
https://learn.microsoft.com/ja-jp/powershell/module/adrmsadmin/get-rmssvcaccount/?view=windowsserver2022-ps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・adrms モジュール 概要
https://learn.microsoft.com/ja-jp/powershell/module/adrms/?view=windowsserver2022-ps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・adrmsadmin モジュール 概要
https://learn.microsoft.com/ja-jp/powershell/module/adrmsadmin/?view=windowsserver2022-ps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