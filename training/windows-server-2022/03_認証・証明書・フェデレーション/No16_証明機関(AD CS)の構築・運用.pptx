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Server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証明機関(AD CS)の構築・運用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19456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3042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3. 認証・証明書・フェデレーション　&gt;　PKI　&gt;　証明機関(AD CS)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証明機関(AD CS)の構築・運用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認証・証明書・フェデレーション　&gt;　PKI　&gt;　証明機関(AD CS)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No.16　／　3. 認証・証明書・フェデレーション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311886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サーバ管理基盤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Active Directoryドメインサービス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3. 認証・証明書・フェデレーション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グループポリシー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DNS/DHCP/IPAM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ネットワーク構成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SDN・ネットワーク仮想化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ストレージ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分散ファイル・レプリケーション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クラスタリング・可用性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Hyper-V仮想化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・12. リモートデスクトップ・アプリ配信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・13. Web/アプリ・配置基盤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・14. セキュリティ・ハードニング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・15. バックアップ・保守・診断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証明機関(AD CS)の構築・運用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認証・証明書・フェデレーション　&gt;　PKI　&gt;　証明機関(AD CS)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No.16　／　3. 認証・証明書・フェデレーション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PKI・フェデレーション・情報権利管理など、AD DSを補完する認証/暗号基盤を扱う分類です。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463295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adcsdeployment/adcsadministrationでCA役割を構成、証明書テンプレ/失効を管理。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06752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19426"/>
            <a:ext cx="8229600" cy="8402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・該当する役割/機能をサーバーマネージャーまたは Install-WindowsFeature で導入済みであること。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・管理コマンドは adcsdeployment モジュール（役割導入時に併せて追加）を使用する。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・操作は原則 PowerShell（管理者）で実行。GUIツールがある場合は併記。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証明機関(AD CS)の構築・運用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認証・証明書・フェデレーション　&gt;　PKI　&gt;　証明機関(AD CS)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No.16　／　3. 認証・証明書・フェデレーション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・内部PKIの有無・階層確認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証明機関(AD CS)の構築・運用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認証・証明書・フェデレーション　&gt;　PKI　&gt;　証明機関(AD CS)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No.16　／　3. 認証・証明書・フェデレーション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520700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Install-AdcsCertificationAuthority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Get-CACrlDistributionPoint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03805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16480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・Install-AdcsCertificationAuthority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・Get-CACrlDistributionPoint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証明機関(AD CS)の構築・運用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認証・証明書・フェデレーション　&gt;　PKI　&gt;　証明機関(AD CS)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No.16　／　3. 認証・証明書・フェデレーション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3205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356164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56164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Install-AdcsCertificationAuthority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インストール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56164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Get-CACrlDistributionPoint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56164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Uninstall-AdcsCertificationAuthority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アンインストール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56164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Add-CAAuthorityInformationAccess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56164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Backup-CARoleService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バックアップ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56164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Confirm-CAAttestationIdentityKeyInfo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56164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Remove-CAAuthorityInformationAccess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削除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56168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Restore-CARoleService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復元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証明機関(AD CS)の構築・運用（続き）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認証・証明書・フェデレーション　&gt;　PKI　&gt;　証明機関(AD CS)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No.16　／　3. 認証・証明書・フェデレーション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25120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358865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58865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Install-AdcsEnrollmentPolicyWebService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インストール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58865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Install-AdcsEnrollmentWebService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インストール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58865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Install-AdcsNetworkDeviceEnrollmentService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インストール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58865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Install-AdcsOnlineResponder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インストール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58865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Install-AdcsWebEnrollment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インストール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5887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Uninstall-AdcsEnrollmentPolicyWebService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アンインストール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370078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証明機関(AD CS)の構築・運用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認証・証明書・フェデレーション　&gt;　PKI　&gt;　証明機関(AD CS)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No.16　／　3. 認証・証明書・フェデレーション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1046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adcsdeployment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adcsadministration 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CertSrv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547874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証明機関(AD CS)の構築・運用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認証・証明書・フェデレーション　&gt;　PKI　&gt;　証明機関(AD CS)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No.16　／　3. 認証・証明書・フェデレーション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290347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41478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adcsdeployment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adcsdeployment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配布単位（固定名）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関連コマンドレットをまとめた配布単位。Import-Moduleで読み込む。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役割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構成単位（固定名）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サーバーの主機能(例 AD DS, DNS)。Install-WindowsFeatureで導入。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証明機関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役割（固定名）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 CS。証明書の発行/失効を担う(CA)。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Install-AdcsCertificationAuthority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Install-AdcsCertificationAuthority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Get-CACrlDistributionPoint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Get-CACrlDistributionPoint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証明機関(AD CS)の構築・運用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認証・証明書・フェデレーション　&gt;　PKI　&gt;　証明機関(AD CS)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No.16　／　3. 認証・証明書・フェデレーション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32206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・Install-AdcsCertificationAuthority
https://learn.microsoft.com/ja-jp/powershell/module/adcsdeployment/install-adcscertificationauthority/?view=windowsserver2022-ps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・Get-CACrlDistributionPoint
https://learn.microsoft.com/ja-jp/powershell/module/adcsadministration/get-cacrldistributionpoint/?view=windowsserver2022-ps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・adcsdeployment モジュール 概要
https://learn.microsoft.com/ja-jp/powershell/module/adcsdeployment/?view=windowsserver2022-ps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・adcsadministration モジュール 概要
https://learn.microsoft.com/ja-jp/powershell/module/adcsadministration/?view=windowsserver2022-ps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79603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