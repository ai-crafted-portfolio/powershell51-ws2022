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フェデレーション認証(AD FS)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3. 認証・証明書・フェデレーション　&gt;　SSO　&gt;　フェデレーション(AD FS)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フェデレーション認証(AD FS)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認証・証明書・フェデレーション　&gt;　SSO　&gt;　フェデレーション(AD FS)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No.18　／　3. 認証・証明書・フェデレーション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3. 認証・証明書・フェデレーション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フェデレーション認証(AD FS)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認証・証明書・フェデレーション　&gt;　SSO　&gt;　フェデレーション(AD FS)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No.18　／　3. 認証・証明書・フェデレーション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PKI・フェデレーション・情報権利管理など、AD DSを補完する認証/暗号基盤を扱う分類です。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adfsで要求ベース認証/SSO、証明書利用者信頼(RP)を構成。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adfs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フェデレーション認証(AD FS)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認証・証明書・フェデレーション　&gt;　SSO　&gt;　フェデレーション(AD FS)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No.18　／　3. 認証・証明書・フェデレーション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・SSO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・連携アプリの確認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45561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58236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フェデレーション認証(AD FS)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認証・証明書・フェデレーション　&gt;　SSO　&gt;　フェデレーション(AD FS)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No.18　／　3. 認証・証明書・フェデレーション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Get-AdfsProperties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Get-AdfsRelyingPartyTrust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・Get-AdfsProperties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・Get-AdfsRelyingPartyTrust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フェデレーション認証(AD FS)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認証・証明書・フェデレーション　&gt;　SSO　&gt;　フェデレーション(AD FS)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No.18　／　3. 認証・証明書・フェデレーション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2181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92561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Get-AdfsProperties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Get-AdfsRelyingPartyTrust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Add-AdfsAttributeStore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Disable-AdfsApplicationGroup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Enable-AdfsApplicationGroup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Export-AdfsAuthenticationProviderConfigurationData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エクスポート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Add-AdfsCertificate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Add-AdfsClaimDescription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Add-AdfsClaimsProviderTrust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257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Add-AdfsClaimsProviderTrustsGroup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フェデレーション認証(AD FS)（続き）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認証・証明書・フェデレーション　&gt;　SSO　&gt;　フェデレーション(AD FS)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No.18　／　3. 認証・証明書・フェデレーション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6484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32969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2969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Add-AdfsClient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969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Add-AdfsDeviceRegistrationUpnSuffix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2969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Add-AdfsFarmNode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969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Add-AdfsLocalClaimsProviderTrust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83718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フェデレーション認証(AD FS)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認証・証明書・フェデレーション　&gt;　SSO　&gt;　フェデレーション(AD FS)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No.18　／　3. 認証・証明書・フェデレーション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adfs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フェデレーション認証(AD FS)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認証・証明書・フェデレーション　&gt;　SSO　&gt;　フェデレーション(AD FS)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No.18　／　3. 認証・証明書・フェデレーション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3270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878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adfs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adfs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フェデレーション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方式（固定名）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 FSによる要求ベース認証/SSO。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Get-AdfsProperties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Get-AdfsProperties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784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Get-AdfsRelyingPartyTrust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Get-AdfsRelyingPartyTrust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フェデレーション認証(AD FS)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認証・証明書・フェデレーション　&gt;　SSO　&gt;　フェデレーション(AD FS)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No.18　／　3. 認証・証明書・フェデレーション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6230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・Get-AdfsProperties
https://learn.microsoft.com/ja-jp/powershell/module/adfs/get-adfsproperties/?view=windowsserver2022-ps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・Get-AdfsRelyingPartyTrust
https://learn.microsoft.com/ja-jp/powershell/module/adfs/get-adfsrelyingpartytrust/?view=windowsserver2022-ps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・adfs モジュール 概要
https://learn.microsoft.com/ja-jp/powershell/module/adfs/?view=windowsserver2022-ps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702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