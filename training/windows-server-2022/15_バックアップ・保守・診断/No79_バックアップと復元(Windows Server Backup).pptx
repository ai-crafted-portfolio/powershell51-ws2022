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バックアップと復元(Windows Server Backup)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15. バックアップ・保守・診断　&gt;　バックアップ　&gt;　Windows Server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バックアップと復元(Windows Server Backup)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バックアップ　&gt;　Windows Server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No.79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15. バックアップ・保守・診断　（この項目が属する分類）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バックアップと復元(Windows Server Backup)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バックアップ　&gt;　Windows Server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No.79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バックアップ・イメージ保守・資産管理・ハードウェア診断など、継続運用を支える分類です。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windowsserverbackupでボリューム/システム状態/ベアメタルの保護と復元。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windowsserverbackup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バックアップと復元(Windows Server Backup)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バックアップ　&gt;　Windows Server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No.79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・バックアップ方式・世代の確認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バックアップと復元(Windows Server Backup)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バックアップ　&gt;　Windows Server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No.79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Get-WBPolicy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Get-WBSummary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・Get-WBPolicy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・Get-WBSummary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・wbadmin get versions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バックアップと復元(Windows Server Backup)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バックアップ　&gt;　Windows Server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No.79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Get-WBPolicy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Get-WBSummary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Add-WBBackupTarget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Backup-ACL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バックアップ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New-WBBackupTarget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Remove-WBBackupSet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Restore-ACL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復元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Resume-WBBackup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再開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Set-WBPerformanceConfiguration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Start-WBApplicationRecovery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Stop-WBJob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バックアップと復元(Windows Server Backup)（続き）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バックアップ　&gt;　Windows Server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No.79　／　15. バックアップ・保守・診断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Add-WBBareMetalRecovery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Add-WBFileSpec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Add-WBSystemState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バックアップと復元(Windows Server Backup)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バックアップ　&gt;　Windows Server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No.79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windowsserverbackup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wbadmin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バックアップと復元(Windows Server Backup)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バックアップ　&gt;　Windows Server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No.79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windowsserverbackup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windowsserverbackup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 Server Backup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機能（任意）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ボリューム/システム状態/ベアメタルの保護と復元。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Get-WBPolicy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Get-WBPolicy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Get-WBSummary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Get-WBSummary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バックアップと復元(Windows Server Backup)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バックアップ　&gt;　Windows Server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No.79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・Get-WBPolicy
https://learn.microsoft.com/ja-jp/powershell/module/windowsserverbackup/get-wbpolicy/?view=windowsserver2022-ps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・Get-WBSummary
https://learn.microsoft.com/ja-jp/powershell/module/windowsserverbackup/get-wbsummary/?view=windowsserver2022-ps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・windowsserverbackup モジュール 概要
https://learn.microsoft.com/ja-jp/powershell/module/windowsserverbackup/?view=windowsserver2022-ps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