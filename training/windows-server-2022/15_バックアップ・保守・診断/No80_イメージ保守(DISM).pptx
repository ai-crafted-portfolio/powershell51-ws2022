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イメージ保守(DISM)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15. バックアップ・保守・診断　&gt;　更新/展開　&gt;　DISM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イメージ保守(DISM)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更新/展開　&gt;　DISM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No.80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15. バックアップ・保守・診断　（この項目が属する分類）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イメージ保守(DISM)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更新/展開　&gt;　DISM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No.80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バックアップ・イメージ保守・資産管理・ハードウェア診断など、継続運用を支える分類です。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dismでオフライン/オンラインイメージの機能・パッケージ・ドライバーを保守。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dism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イメージ保守(DISM)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更新/展開　&gt;　DISM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No.80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・イメージ健全性の確認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イメージ保守(DISM)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更新/展開　&gt;　DISM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No.80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Get-WindowsFeature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Repair-WindowsImage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Cleanup-Image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106400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・Get-WindowsFeature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・Repair-WindowsImage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・DISM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・Online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・Cleanup-Image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イメージ保守(DISM)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更新/展開　&gt;　DISM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No.80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Get-WindowsFeature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Repair-WindowsImage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修復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Add-AppxProvisionedPackage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Clear-WindowsCorruptMountPoint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Disable-WindowsOptionalFeature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Dismount-WindowsImage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マウント解除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Enable-WindowsOptionalFeature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Expand-WindowsCustomDataImage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展開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Export-WindowsCapabilitySource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Mount-WindowsImage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マウント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New-WindowsCustomImage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イメージ保守(DISM)（続き）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更新/展開　&gt;　DISM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No.80　／　15. バックアップ・保守・診断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2166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0416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041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Optimize-AppXProvisionedPackages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最適化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41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Remove-AppxProvisionedPackage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041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Save-WindowsImage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保存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40538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イメージ保守(DISM)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更新/展開　&gt;　DISM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No.80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dism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DISM.exe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イメージ保守(DISM)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更新/展開　&gt;　DISM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No.80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5801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85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859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dism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859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859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構成単位（固定名）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役割を補助する部品(例 .NET Framework, フェイルオーバークラスタリング)。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859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ツール（固定名）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展開イメージのサービス管理。機能/パッケージ/ドライバー保守。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859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Get-WindowsFeature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Get-WindowsFeature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859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Repair-WindowsImage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Repair-WindowsImage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イメージ保守(DISM)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更新/展開　&gt;　DISM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No.80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・Get-WindowsFeature
https://learn.microsoft.com/ja-jp/powershell/module/servermanager/get-windowsfeature/?view=windowsserver2022-ps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・Repair-WindowsImage
https://learn.microsoft.com/ja-jp/powershell/module/dism/repair-windowsimage/?view=windowsserver2022-ps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・dism モジュール 概要
https://learn.microsoft.com/ja-jp/powershell/module/dism/?view=windowsserver2022-ps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・servermanager モジュール 概要
https://learn.microsoft.com/ja-jp/powershell/module/servermanager/?view=windowsserver2022-ps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