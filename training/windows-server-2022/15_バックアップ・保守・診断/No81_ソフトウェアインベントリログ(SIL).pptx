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softwareinventoryloggingで導入ソフト/役割の利用状況を記録。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softwareinventorylogging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・資産把握の要否確認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Get-SilComputer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Get-SilSoftware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・Get-SilComputer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・Get-SilSoftware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Get-SilSoftware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Publish-SilData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発行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Set-SilLogging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Start-SilLogging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Stop-SilLogging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Get-SilComputerIdentity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Get-SilData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Get-SilLogging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Get-SilUalAccess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Get-SilWindowsUpdate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softwareinventorylogging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softwareinventorylogging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softwareinventorylogging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構成単位（固定名）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サーバーの主機能(例 AD DS, DNS)。Install-WindowsFeatureで導入。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Get-SilComputer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Get-SilSoftware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Get-SilSoftware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ソフトウェアインベントリログ(SIL)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資産管理　&gt;　ソフトウェアインベントリ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No.81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・Get-SilComputer
https://learn.microsoft.com/ja-jp/powershell/module/softwareinventorylogging/get-silcomputer/?view=windowsserver2022-ps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・Get-SilSoftware
https://learn.microsoft.com/ja-jp/powershell/module/softwareinventorylogging/get-silsoftware/?view=windowsserver2022-ps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・softwareinventorylogging モジュール 概要
https://learn.microsoft.com/ja-jp/powershell/module/softwareinventorylogging/?view=windowsserver2022-ps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