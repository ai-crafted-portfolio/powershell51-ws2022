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ハードウェアエラーと電源(WHEA/PcsvDevice)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15. バックアップ・保守・診断　&gt;　ハードウェア　&gt;　エラー/電源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ハードウェアエラーと電源(WHEA/PcsvDevice)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ハードウェア　&gt;　エラー/電源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No.85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15. バックアップ・保守・診断　（この項目が属する分類）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ハードウェアエラーと電源(WHEA/PcsvDevice)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ハードウェア　&gt;　エラー/電源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No.85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バックアップ・イメージ保守・資産管理・ハードウェア診断など、継続運用を支える分類です。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wheaでハードウェアエラー、pcsvdeviceでBMC経由の電源/状態を管理。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whea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ハードウェアエラーと電源(WHEA/PcsvDevice)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ハードウェア　&gt;　エラー/電源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No.85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・ハード監視手段の確認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ハードウェアエラーと電源(WHEA/PcsvDevice)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ハードウェア　&gt;　エラー/電源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No.85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Get-WheaMemoryPolicy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Get-PcsvDevice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・Get-WheaMemoryPolicy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・Get-PcsvDevice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ハードウェアエラーと電源(WHEA/PcsvDevice)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ハードウェア　&gt;　エラー/電源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No.85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04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770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Get-WheaMemoryPolicy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Get-PcsvDevice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Set-WheaMemoryPolicy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Clear-PcsvDeviceLog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Restart-PcsvDevice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再起動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Start-PcsvDevice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Stop-PcsvDevice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停止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Get-PcsvDeviceLog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7709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Set-PcsvDeviceBootConfiguration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771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Set-PcsvDeviceNetworkConfiguration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ハードウェアエラーと電源(WHEA/PcsvDevice)（続き）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ハードウェア　&gt;　エラー/電源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No.85　／　15. バックアップ・保守・診断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Set-PcsvDeviceUserPassword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171196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ハードウェアエラーと電源(WHEA/PcsvDevice)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ハードウェア　&gt;　エラー/電源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No.85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whea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pcsvdevice 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ハードウェアエラーと電源(WHEA/PcsvDevice)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ハードウェア　&gt;　エラー/電源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No.85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whea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whea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Get-WheaMemoryPolicy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Get-WheaMemoryPolicy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Get-PcsvDevice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Get-PcsvDevice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ハードウェアエラーと電源(WHEA/PcsvDevice)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15. バックアップ・保守・診断　&gt;　ハードウェア　&gt;　エラー/電源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No.85　／　15. バックアップ・保守・診断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・Get-WheaMemoryPolicy
https://learn.microsoft.com/ja-jp/powershell/module/whea/get-wheamemorypolicy/?view=windowsserver2022-ps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・Get-PcsvDevice
https://learn.microsoft.com/ja-jp/powershell/module/pcsvdevice/get-pcsvdevice/?view=windowsserver2022-ps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・whea モジュール 概要
https://learn.microsoft.com/ja-jp/powershell/module/whea/?view=windowsserver2022-ps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・pcsvdevice モジュール 概要
https://learn.microsoft.com/ja-jp/powershell/module/pcsvdevice/?view=windowsserver2022-ps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