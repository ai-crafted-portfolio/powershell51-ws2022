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メモリ/ストレージ最適化(MMAgent)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15. バックアップ・保守・診断　&gt;　省電力/階層化　&gt;　MMAgent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メモリ/ストレージ最適化(MMAgent)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省電力/階層化　&gt;　MMAgent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No.82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15. バックアップ・保守・診断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メモリ/ストレージ最適化(MMAgent)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省電力/階層化　&gt;　MMAgent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No.82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バックアップ・イメージ保守・資産管理・ハードウェア診断など、継続運用を支える分類です。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mmagentでSuperfetch/ページ結合/ストレージ階層等の最適化を制御。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mmagent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メモリ/ストレージ最適化(MMAgent)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省電力/階層化　&gt;　MMAgent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No.82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・最適化機能の確認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メモリ/ストレージ最適化(MMAgent)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省電力/階層化　&gt;　MMAgent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No.82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Get-MMAgent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Enable-MMAgent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・Get-MMAgent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・Enable-MMAgent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メモリ/ストレージ最適化(MMAgent)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省電力/階層化　&gt;　MMAgent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No.82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569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Get-MMAgent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Enable-MMAgent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Debug-MMAppPrelaunch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Disable-MMAgent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Set-MMAgent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07111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メモリ/ストレージ最適化(MMAgent)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省電力/階層化　&gt;　MMAgent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No.82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mmagent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メモリ/ストレージ最適化(MMAgent)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省電力/階層化　&gt;　MMAgent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No.82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mmagent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mmagent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役割を補助する部品(例 .NET Framework, フェイルオーバークラスタリング)。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Get-MMAgent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Get-MMAgent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Enable-MMAgent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Enable-MMAgent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メモリ/ストレージ最適化(MMAgent)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省電力/階層化　&gt;　MMAgent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No.82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・Get-MMAgent
https://learn.microsoft.com/ja-jp/powershell/module/mmagent/get-mmagent/?view=windowsserver2022-ps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・Enable-MMAgent
https://learn.microsoft.com/ja-jp/powershell/module/mmagent/enable-mmagent/?view=windowsserver2022-ps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・mmagent モジュール 概要
https://learn.microsoft.com/ja-jp/powershell/module/mmagent/?view=windowsserver2022-ps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