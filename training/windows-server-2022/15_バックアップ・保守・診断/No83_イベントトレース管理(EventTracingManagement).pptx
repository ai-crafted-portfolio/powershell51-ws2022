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eventtracingmanagementでETWセッション/プロバイダーを管理。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eventtracingmanagement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・詳細トレース手段の確認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Get-EtwTraceSession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Get-EtwTraceProvider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・Get-EtwTraceSession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・Get-EtwTraceProvider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Get-EtwTraceSession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Get-EtwTraceProvider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Add-EtwTraceProvider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New-AutologgerConfig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Remove-AutologgerConfig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Save-EtwTraceSession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Send-EtwTraceSession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送信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Set-EtwTraceProvider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Start-EtwTraceSession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Stop-EtwTraceSession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Update-AutologgerConfig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Get-AutologgerConfig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New-EtwTraceSession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Remove-EtwTraceProvider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eventtracingmanagement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184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4549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eventtracingmanagement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eventtracingmanagement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レジストリ等のデータストアをファイルシステム風に扱う仕組み。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ETW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仕組み（固定名）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Windowsのイベントトレース基盤。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4549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Get-EtwTraceSession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Get-EtwTraceSession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4549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Get-EtwTraceProvider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Get-EtwTraceProvider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イベントトレース管理(EventTracingManagement)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トレース　&gt;　ETW管理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No.83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・Get-EtwTraceSession
https://learn.microsoft.com/ja-jp/powershell/module/eventtracingmanagement/get-etwtracesession/?view=windowsserver2022-ps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・Get-EtwTraceProvider
https://learn.microsoft.com/ja-jp/powershell/module/eventtracingmanagement/get-etwtraceprovider/?view=windowsserver2022-ps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・eventtracingmanagement モジュール 概要
https://learn.microsoft.com/ja-jp/powershell/module/eventtracingmanagement/?view=windowsserver2022-ps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