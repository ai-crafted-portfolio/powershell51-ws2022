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Windowsエラー報告(WER)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15. バックアップ・保守・診断　&gt;　レポート　&gt;　エラー報告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Windowsエラー報告(WER)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レポート　&gt;　エラー報告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No.86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15. バックアップ・保守・診断　（この項目が属する分類）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Windowsエラー報告(WER)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レポート　&gt;　エラー報告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No.86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バックアップ・イメージ保守・資産管理・ハードウェア診断など、継続運用を支える分類です。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windowserrorreportingでクラッシュ情報の収集/送信を制御。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windowserrorreporting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Windowsエラー報告(WER)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レポート　&gt;　エラー報告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No.86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・WER方針の確認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Windowsエラー報告(WER)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レポート　&gt;　エラー報告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No.86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Get-WindowsErrorReporting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Enable-WindowsErrorReporting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・Get-WindowsErrorReporting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・Enable-WindowsErrorReporting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Windowsエラー報告(WER)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レポート　&gt;　エラー報告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No.86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Get-WindowsErrorReporting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Enable-WindowsErrorReporting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Disable-WindowsErrorReporting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54787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Windowsエラー報告(WER)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レポート　&gt;　エラー報告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No.86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windowserrorreporting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%ProgramData%\Microsoft\Windows\WER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Windowsエラー報告(WER)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レポート　&gt;　エラー報告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No.86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2355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4711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4711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windowserrorreporting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windowserrorreporting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711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4711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Get-WindowsErrorReporting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Get-WindowsErrorReporting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711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Enable-WindowsErrorReporting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Enable-WindowsErrorReporting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Windowsエラー報告(WER)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レポート　&gt;　エラー報告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No.86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793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・Get-WindowsErrorReporting
https://learn.microsoft.com/ja-jp/powershell/module/windowserrorreporting/get-windowserrorreporting/?view=windowsserver2022-ps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・Enable-WindowsErrorReporting
https://learn.microsoft.com/ja-jp/powershell/module/windowserrorreporting/enable-windowserrorreporting/?view=windowsserver2022-ps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・windowserrorreporting モジュール 概要
https://learn.microsoft.com/ja-jp/powershell/module/windowserrorreporting/?view=windowsserver2022-ps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6720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