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起動イベントコレクター(BootEventCollector)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15. バックアップ・保守・診断　&gt;　起動診断　&gt;　起動イベント収集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起動イベントコレクター(BootEventCollector)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起動診断　&gt;　起動イベント収集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No.84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15. バックアップ・保守・診断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起動イベントコレクター(BootEventCollector)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起動診断　&gt;　起動イベント収集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No.84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バックアップ・イメージ保守・資産管理・ハードウェア診断など、継続運用を支える分類です。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booteventcollectorで多数サーバーの起動イベントを集約。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booteventcollector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起動イベントコレクター(BootEventCollector)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起動診断　&gt;　起動イベント収集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No.84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・起動監視の要否確認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起動イベントコレクター(BootEventCollector)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起動診断　&gt;　起動イベント収集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No.84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Get-BootEventCollector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・Get-BootEventCollector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起動イベントコレクター(BootEventCollector)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起動診断　&gt;　起動イベント収集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No.84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Checkpoint-SbecActiveConfig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Clear-SbecProviderCache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Disable-SbecAutologger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Enable-SbecAutologger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Get-SbecActiveConfig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New-SbecUnattendFragment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Redo-SbecActiveConfig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Restore-SbecBackupConfig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Save-SbecInstance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Set-SbecActiveConfig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Start-SbecInstance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起動イベントコレクター(BootEventCollector)（続き）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起動診断　&gt;　起動イベント収集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No.84　／　15. バックアップ・保守・診断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Stop-SbecInstance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Test-SbecActiveConfig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Undo-SbecActiveConfig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取り消し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起動イベントコレクター(BootEventCollector)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起動診断　&gt;　起動イベント収集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No.84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booteventcollector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起動イベントコレクター(BootEventCollector)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起動診断　&gt;　起動イベント収集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No.84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booteventcollector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booteventcollector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Get-BootEventCollector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Get-BootEventCollector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起動イベントコレクター(BootEventCollector)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起動診断　&gt;　起動イベント収集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No.84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56540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・booteventcollector モジュール 概要
https://learn.microsoft.com/ja-jp/powershell/module/booteventcollector/?view=windowsserver2022-ps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39366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