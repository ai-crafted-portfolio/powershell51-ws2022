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分散ファイル・レプリケーション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複数共有の論理統合(DFSN)とサーバー間複製(DFSR)を扱う分類です。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dfsnで複数共有を単一論理パスに統合。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dfsn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・名前空間設計の確認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Get-DfsnRoot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New-DfsnFolder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・Get-DfsnRoot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・New-DfsnFolder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Get-DfsnRoot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New-DfsnFolder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Grant-DfsnAccess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Move-DfsnFolder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Remove-DfsnAccess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Revoke-DfsnAccess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権限取消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Set-DfsnFolder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Get-DfsnFolder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Get-DfsnFolderTarget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Get-DfsnRootTarget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Get-DfsnServerConfiguration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New-DfsnFolderTarget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New-DfsnRoot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dfsn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dfsn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DFS名前空間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複数共有を単一論理パスに統合(DFSN)。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Get-DfsnRoot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Get-DfsnRoot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New-DfsnFolder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New-DfsnFolder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DFS名前空間(DFSN)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分散ファイル・レプリケーション　&gt;　名前空間　&gt;　DFS名前空間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No.52　／　9. 分散ファイル・レプリケーション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・Get-DfsnRoot
https://learn.microsoft.com/ja-jp/powershell/module/dfsn/get-dfsnroot/?view=windowsserver2022-ps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・New-DfsnFolder
https://learn.microsoft.com/ja-jp/powershell/module/dfsn/new-dfsnfolder/?view=windowsserver2022-ps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・dfsn モジュール 概要
https://learn.microsoft.com/ja-jp/powershell/module/dfsn/?view=windowsserver2022-ps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