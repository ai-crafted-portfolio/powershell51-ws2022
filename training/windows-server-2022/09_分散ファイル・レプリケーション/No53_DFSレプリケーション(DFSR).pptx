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9. 分散ファイル・レプリケーション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複数共有の論理統合(DFSN)とサーバー間複製(DFSR)を扱う分類です。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dfsrでフォルダーをサーバー間で複製。SYSVOL複製にも使用。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dfsr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・複製グループ構成の確認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Get-DfsReplicationGroup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Get-DfsrConnection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・Get-DfsReplicationGroup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・Get-DfsrConnection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Get-DfsReplicationGroup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Get-DfsrConnection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Add-DfsrConnection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ConvertFrom-DfsrGuid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Export-DfsrClone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Grant-DfsrDelegation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Import-DfsrClone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New-DfsReplicatedFolder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Remove-DfsrConnection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Reset-DfsrCloneState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Restore-DfsrPreservedFiles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Revoke-DfsrDelegation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権限取消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Set-DfsrConnection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Start-DfsrPropagationTest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dfsr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dfsr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dfsr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DFSレプリケーション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フォルダーをサーバー間で複製(DFSR)。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Get-DfsReplicationGroup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Get-DfsReplicationGroup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Get-DfsrConnection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Get-DfsrConnection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DFSレプリケーション(DFSR)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複製　&gt;　DFSレプリケーション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No.53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・Get-DfsReplicationGroup
https://learn.microsoft.com/ja-jp/powershell/module/dfsr/get-dfsreplicationgroup/?view=windowsserver2022-ps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・Get-DfsrConnection
https://learn.microsoft.com/ja-jp/powershell/module/dfsr/get-dfsrconnection/?view=windowsserver2022-ps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・dfsr モジュール 概要
https://learn.microsoft.com/ja-jp/powershell/module/dfsr/?view=windowsserver2022-ps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