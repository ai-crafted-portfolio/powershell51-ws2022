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IPアドレス/ルート/近隣を管理。IPv4/IPv6。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nettcpip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・IP設計・疎通の確認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895096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Get-NetIPAddress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New-NetIPAddress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Get-NetRoute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Test-NetConnection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82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0876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・Get-NetIPAddress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・New-NetIPAddress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・Get-NetRoute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・Test-NetConnection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Get-NetIPAddress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New-NetIPAddress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Get-NetRoute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Test-NetConnection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Find-NetRoute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検索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Remove-NetIPAddress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Set-NetIPAddress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Get-NetCompartment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Get-NetIPConfiguration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Get-NetIPInterface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Get-NetIPv4Protocol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Get-NetIPv6Protocol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Get-NetNeighbor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Get-NetOffloadGlobalSetting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nettcpip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nettcpip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nettcpip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Get-NetIPAddress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Get-NetIPAddress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New-NetIPAddress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New-NetIPAddress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・Get-NetIPAddress
https://learn.microsoft.com/ja-jp/powershell/module/nettcpip/get-netipaddress/?view=windowsserver2022-ps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・New-NetIPAddress
https://learn.microsoft.com/ja-jp/powershell/module/nettcpip/new-netipaddress/?view=windowsserver2022-ps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・Get-NetRoute
https://learn.microsoft.com/ja-jp/powershell/module/nettcpip/get-netroute/?view=windowsserver2022-ps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・Test-NetConnection
https://learn.microsoft.com/ja-jp/powershell/module/nettcpip/test-netconnection/?view=windowsserver2022-ps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・nettcpip モジュール 概要
https://learn.microsoft.com/ja-jp/powershell/module/nettcpip/?view=windowsserver2022-ps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TCP/IP構成(NetTCPIP)（続き）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IP　&gt;　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No.29　／　6. ネットワーク構成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