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QoS/DCB(NetQos/Dcbqos)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6. ネットワーク構成　&gt;　QoS　&gt;　帯域制御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QoS/DCB(NetQos/Dcbqos)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QoS　&gt;　帯域制御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No.33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6. ネットワーク構成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QoS/DCB(NetQos/Dcbqos)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QoS　&gt;　帯域制御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No.33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IP・NIC・チーミング・ファイアウォール・リモート接続など、サーバーのネットワーク設定全般を扱う分類です。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netqos/dcbqosでトラフィックの帯域・優先度(DCB)を制御。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netqos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QoS/DCB(NetQos/Dcbqos)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QoS　&gt;　帯域制御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No.33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・QoSポリシーの要否確認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QoS/DCB(NetQos/Dcbqos)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QoS　&gt;　帯域制御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No.33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Get-NetQosPolicy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Get-NetQosTrafficClass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・Get-NetQosPolicy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・Get-NetQosTrafficClass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QoS/DCB(NetQos/Dcbqos)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QoS　&gt;　帯域制御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No.33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Get-NetQosPolicy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Get-NetQosTrafficClass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New-NetQosPolicy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Remove-NetQosPolicy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Set-NetQosPolicy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Disable-NetQosFlowControl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Enable-NetQosFlowControl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Switch-NetQosDcbxSetting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操作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Get-NetQosDcbxSetting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Get-NetQosFlowControl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New-NetQosTrafficClass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QoS/DCB(NetQos/Dcbqos)（続き）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QoS　&gt;　帯域制御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No.33　／　6. ネットワーク構成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Remove-NetQosTrafficClass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Set-NetQosDcbxSetting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Set-NetQosFlowControl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QoS/DCB(NetQos/Dcbqos)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QoS　&gt;　帯域制御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No.33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netqos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dcbqos 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QoS/DCB(NetQos/Dcbqos)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QoS　&gt;　帯域制御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No.33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netqos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netqos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Get-NetQosPolicy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Get-NetQosPolicy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Get-NetQosTrafficClass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Get-NetQosTrafficClass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QoS/DCB(NetQos/Dcbqos)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QoS　&gt;　帯域制御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No.33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・Get-NetQosPolicy
https://learn.microsoft.com/ja-jp/powershell/module/netqos/get-netqospolicy/?view=windowsserver2022-ps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・Get-NetQosTrafficClass
https://learn.microsoft.com/ja-jp/powershell/module/dcbqos/get-netqostrafficclass/?view=windowsserver2022-ps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・netqos モジュール 概要
https://learn.microsoft.com/ja-jp/powershell/module/netqos/?view=windowsserver2022-ps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・dcbqos モジュール 概要
https://learn.microsoft.com/ja-jp/powershell/module/dcbqos/?view=windowsserver2022-ps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