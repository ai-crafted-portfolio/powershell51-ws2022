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NAT(NetNat)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ネットワーク構成　&gt;　NAT　&gt;　アドレス変換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NAT(NetNat)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NAT　&gt;　アドレス変換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No.34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ネットワーク構成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NAT(NetNat)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NAT　&gt;　アドレス変換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No.34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IP・NIC・チーミング・ファイアウォール・リモート接続など、サーバーのネットワーク設定全般を扱う分類です。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netnatでホスト上のNAT(コンテナ/仮想環境向け)を構成。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netnat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NAT(NetNat)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NAT　&gt;　アドレス変換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No.34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・NAT利用の有無確認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NAT(NetNat)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NAT　&gt;　アドレス変換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No.34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Get-NetNat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New-NetNat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・Get-NetNat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・New-NetNat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NAT(NetNat)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NAT　&gt;　アドレス変換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No.34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Get-NetNat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New-NetNat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Add-NetNatExternalAddress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Remove-NetNat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Set-NetNat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Add-NetNatStaticMapping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Get-NetNatExternalAddress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Get-NetNatGlobal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Get-NetNatSession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Get-NetNatStaticMapping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Remove-NetNatExternalAddress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NAT(NetNat)（続き）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NAT　&gt;　アドレス変換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No.34　／　6. ネットワーク構成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Remove-NetNatStaticMapping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Set-NetNatGlobal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19735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NAT(NetNat)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NAT　&gt;　アドレス変換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No.34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netnat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NAT(NetNat)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NAT　&gt;　アドレス変換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No.34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netnat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netnat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Get-NetNat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Get-NetNat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New-NetNat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New-NetNat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NAT(NetNat)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NAT　&gt;　アドレス変換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No.34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・Get-NetNat
https://learn.microsoft.com/ja-jp/powershell/module/netnat/get-netnat/?view=windowsserver2022-ps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・New-NetNat
https://learn.microsoft.com/ja-jp/powershell/module/netnat/new-netnat/?view=windowsserver2022-ps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・netnat モジュール 概要
https://learn.microsoft.com/ja-jp/powershell/module/netnat/?view=windowsserver2022-ps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