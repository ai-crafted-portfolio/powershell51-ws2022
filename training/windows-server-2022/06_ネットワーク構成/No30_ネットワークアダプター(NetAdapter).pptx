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Server 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1112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ネットワークアダプター(NetAdapter)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48412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59384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6. ネットワーク構成　&gt;　NIC　&gt;　アダプター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413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ネットワークアダプター(NetAdapter)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ネットワーク構成　&gt;　NIC　&gt;　アダプター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No.30　／　6. ネットワーク構成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311886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サーバ管理基盤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Active Directoryドメインサービス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認証・証明書・フェデレーション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グループポリシー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DNS/DHCP/IPAM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6. ネットワーク構成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SDN・ネットワーク仮想化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ストレージ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分散ファイル・レプリケーション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クラスタリング・可用性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Hyper-V仮想化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・12. リモートデスクトップ・アプリ配信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・13. Web/アプリ・配置基盤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・14. セキュリティ・ハードニング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・15. バックアップ・保守・診断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ネットワークアダプター(NetAdapter)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ネットワーク構成　&gt;　NIC　&gt;　アダプター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No.30　／　6. ネットワーク構成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IP・NIC・チーミング・ファイアウォール・リモート接続など、サーバーのネットワーク設定全般を扱う分類です。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物理/仮想NICの有効化・速度・VLAN・詳細プロパティ。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5210"/>
            <a:ext cx="8229600" cy="8402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・該当する役割/機能をサーバーマネージャーまたは Install-WindowsFeature で導入済みであること。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・管理コマンドは netadapter モジュール（役割導入時に併せて追加）を使用する。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・操作は原則 PowerShell（管理者）で実行。GUIツールがある場合は併記。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ネットワークアダプター(NetAdapter)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ネットワーク構成　&gt;　NIC　&gt;　アダプター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No.30　／　6. ネットワーク構成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・NIC状態・設定の確認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ネットワークアダプター(NetAdapter)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ネットワーク構成　&gt;　NIC　&gt;　アダプター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No.30　／　6. ネットワーク構成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707898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Get-NetAdapter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Set-NetAdapter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Get-NetAdapterAdvancedProperty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1004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03678"/>
            <a:ext cx="8229600" cy="65303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・Get-NetAdapter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・Set-NetAdapter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・Get-NetAdapterAdvancedProperty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ネットワークアダプター(NetAdapter)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ネットワーク構成　&gt;　NIC　&gt;　アダプター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No.30　／　6. ネットワーク構成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32181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92561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92561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Get-NetAdapter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92561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Set-NetAdapter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設定・変更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92561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Get-NetAdapterAdvancedProperty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92561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Disable-NetAdapter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無効化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92561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Enable-NetAdapter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有効化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92561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New-NetAdapterAdvancedProperty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新規作成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92561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Remove-NetAdapterAdvancedProperty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削除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92561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Rename-NetAdapter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名前変更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92561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Reset-NetAdapterAdvancedProperty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リセット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9257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Restart-NetAdapter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再起動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ネットワークアダプター(NetAdapter)（続き）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ネットワーク構成　&gt;　NIC　&gt;　アダプター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No.30　／　6. ネットワーク構成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15568"/>
          <a:ext cx="8229600" cy="16484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32969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2969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Disable-NetAdapterBinding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無効化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969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Disable-NetAdapterChecksumOffload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無効化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2969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Disable-NetAdapterEncapsulatedPacketTaskOffload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無効化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969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Disable-NetAdapterIPsecOffload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無効化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283718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ネットワークアダプター(NetAdapter)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ネットワーク構成　&gt;　NIC　&gt;　アダプター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No.30　／　6. ネットワーク構成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523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netadapter モジュール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024633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ネットワークアダプター(NetAdapter)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ネットワーク構成　&gt;　NIC　&gt;　アダプター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No.30　／　6. ネットワーク構成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191223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382447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8244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netadapter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netadapter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244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配布単位（固定名）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関連コマンドレットをまとめた配布単位。Import-Moduleで読み込む。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8244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Get-NetAdapter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Get-NetAdapter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245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Set-NetAdapter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Set-NetAdapter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ネットワークアダプター(NetAdapter)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ネットワーク構成　&gt;　NIC　&gt;　アダプター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No.30　／　6. ネットワーク構成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15188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・Get-NetAdapter
https://learn.microsoft.com/ja-jp/powershell/module/netadapter/get-netadapter/?view=windowsserver2022-ps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・Set-NetAdapter
https://learn.microsoft.com/ja-jp/powershell/module/netadapter/set-netadapter/?view=windowsserver2022-ps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・Get-NetAdapterAdvancedProperty
https://learn.microsoft.com/ja-jp/powershell/module/netadapter/get-netadapteradvancedproperty/?view=windowsserver2022-ps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・netadapter モジュール 概要
https://learn.microsoft.com/ja-jp/powershell/module/netadapter/?view=windowsserver2022-ps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62585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