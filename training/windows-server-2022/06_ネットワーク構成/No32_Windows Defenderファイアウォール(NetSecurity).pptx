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ネットワーク構成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IP・NIC・チーミング・ファイアウォール・リモート接続など、サーバーのネットワーク設定全般を扱う分類です。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netsecurityで受信/送信規則・プロファイル・IPsec/接続セキュリティを管理。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netsecurity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・許可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・拒否ポリシーの確認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Get-NetFirewallRule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New-NetFirewallRule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Get-NetIPsecRule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・Get-NetFirewallRule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・New-NetFirewallRule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・Get-NetIPsecRule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Get-NetFirewallRule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New-NetFirewallRule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Get-NetIPsecRule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Copy-NetFirewallRule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Disable-NetFirewallHyperVRule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Enable-NetFirewallHyperVRule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Find-NetIPsecRule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検索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Open-NetGPO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Remove-NetFirewallDynamicKeywordAddress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Rename-NetFirewallHyperVRule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Save-NetGPO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保存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Copy-NetIPsecMainModeCryptoSet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Copy-NetIPsecMainModeRule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Copy-NetIPsecPhase1AuthSet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49682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netsecurity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WFAS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6715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339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netsecurity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netsecurity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プロファイル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設定ファイル（パス固定）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起動時に自動実行される初期化スクリプト($PROFILE)。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ファイアウォール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機能（既定 有効）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 Defenderファイアウォール。受信/送信規則で通信を制御。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IPsec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方式（固定名）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接続セキュリティ規則で通信を暗号化/認証する。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394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Defender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機能（既定 有効）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 Defenderウイルス対策。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3395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Get-NetFirewallRule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Get-NetFirewallRule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Windows Defenderファイアウォール(NetSecurity)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ネットワーク構成　&gt;　ファイアウォール　&gt;　WFAS/IPsec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No.32　／　6. ネットワーク構成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・Get-NetFirewallRule
https://learn.microsoft.com/ja-jp/powershell/module/netsecurity/get-netfirewallrule/?view=windowsserver2022-ps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・New-NetFirewallRule
https://learn.microsoft.com/ja-jp/powershell/module/netsecurity/new-netfirewallrule/?view=windowsserver2022-ps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・Get-NetIPsecRule
https://learn.microsoft.com/ja-jp/powershell/module/netsecurity/get-netipsecrule/?view=windowsserver2022-ps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・netsecurity モジュール 概要
https://learn.microsoft.com/ja-jp/powershell/module/netsecurity/?view=windowsserver2022-ps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