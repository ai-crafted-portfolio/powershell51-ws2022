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BranchCache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ネットワーク構成　&gt;　最適化　&gt;　BranchCache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BranchCache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最適化　&gt;　BranchCache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No.36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ネットワーク構成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BranchCache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最適化　&gt;　BranchCache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No.36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IP・NIC・チーミング・ファイアウォール・リモート接続など、サーバーのネットワーク設定全般を扱う分類です。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branchcacheで拠点間コンテンツキャッシュによりWAN帯域を節約。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branchcache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BranchCache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最適化　&gt;　BranchCache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No.36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・拠点最適化の要否確認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BranchCache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最適化　&gt;　BranchCache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No.36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Get-BCStatus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Enable-BCDistributed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・Get-BCStatus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・Enable-BCDistributed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BranchCache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最適化　&gt;　BranchCache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No.36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Get-BCStatus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Enable-BCDistributed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Add-BCDataCacheExtension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Clear-BCCache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Disable-BC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Export-BCCachePackage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Import-BCCachePackage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Publish-BCFileContent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発行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Remove-BCDataCacheExtension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Reset-BC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リセット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Set-BCAuthentication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BranchCache（続き）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最適化　&gt;　BranchCache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No.36　／　6. ネットワーク構成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Disable-BCDowngrading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Disable-BCServeOnBattery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Enable-BCDowngrading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BranchCache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最適化　&gt;　BranchCache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No.36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branchcache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BranchCache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最適化　&gt;　BranchCache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No.36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branchcache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branchcache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Get-BCStatus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Get-BCStatus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Enable-BCDistributed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Enable-BCDistributed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BranchCache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最適化　&gt;　BranchCache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No.36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・Get-BCStatus
https://learn.microsoft.com/ja-jp/powershell/module/branchcache/get-bcstatus/?view=windowsserver2022-ps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・Enable-BCDistributed
https://learn.microsoft.com/ja-jp/powershell/module/branchcache/enable-bcdistributed/?view=windowsserver2022-ps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・branchcache モジュール 概要
https://learn.microsoft.com/ja-jp/powershell/module/branchcache/?view=windowsserver2022-ps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