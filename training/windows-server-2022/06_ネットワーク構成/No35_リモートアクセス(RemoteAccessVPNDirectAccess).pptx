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remoteaccessでVPN/DirectAccess/ルーティングを構成。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vpnclient/directaccessclientcomponentsはクライアント側。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819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086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remoteaccess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・リモート接続方式の確認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Get-RemoteAccess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Get-VpnConnection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・Get-RemoteAccess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・Get-VpnConnection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Get-RemoteAccess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Get-VpnConnection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Add-BgpCustomRoute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Clear-BgpRouteFlapDampening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Connect-VpnS2SInterface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Disable-BgpRouteFlapDampening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Disconnect-VpnS2SInterface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Enable-BgpRouteFlapDampening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Install-RemoteAccess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New-VpnSstpProxyRule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Remove-BgpCustomRoute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216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041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Set-VpnConnection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Rename-DAEntryPointTableItem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Reset-DAClientExperienceConfiguration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053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vpnclient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directaccessclientcomponents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remoteaccess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Get-RemoteAccess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Get-RemoteAccess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Get-VpnConnection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Get-VpnConnection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リモートアクセス(RemoteAccess/VPN/DirectAccess)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リモート接続　&gt;　RAS/VPN/DA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No.35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・Get-RemoteAccess
https://learn.microsoft.com/ja-jp/powershell/module/remoteaccess/get-remoteaccess/?view=windowsserver2022-ps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・Get-VpnConnection
https://learn.microsoft.com/ja-jp/powershell/module/vpnclient/get-vpnconnection/?view=windowsserver2022-ps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・remoteaccess モジュール 概要
https://learn.microsoft.com/ja-jp/powershell/module/remoteaccess/?view=windowsserver2022-ps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・vpnclient モジュール 概要
https://learn.microsoft.com/ja-jp/powershell/module/vpnclient/?view=windowsserver2022-ps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