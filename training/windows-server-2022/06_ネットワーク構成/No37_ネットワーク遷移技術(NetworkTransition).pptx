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30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Windows Server 2022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25880"/>
            <a:ext cx="8229600" cy="11125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30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ネットワーク遷移技術(NetworkTransition)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2484120"/>
            <a:ext cx="8229600" cy="0"/>
          </a:xfrm>
          <a:prstGeom prst="bentConnector3">
            <a:avLst/>
          </a:prstGeom>
          <a:ln w="2540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2593848"/>
            <a:ext cx="82296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6. ネットワーク構成　&gt;　移行　&gt;　IPv6遷移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94132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No.37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012183"/>
            <a:ext cx="8229600" cy="46837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5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凡例：・＝要点／－＝補足　｜　枠線囲みのMS Gothic＝コマンド・設定　｜　出典はMicrosoft Learn公式（末尾スライドにURL）。値・パスは標準既定の例で実環境確認が必要。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ネットワーク遷移技術(NetworkTransition)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6. ネットワーク構成　&gt;　移行　&gt;　IPv6遷移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No.37　／　6. ネットワーク構成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この研修シリーズでの位置づけ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311886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・1. サーバ管理基盤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・2. Active Directoryドメインサービス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・3. 認証・証明書・フェデレーション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・4. グループポリシー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・5. DNS/DHCP/IPAM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・▶ 6. ネットワーク構成　（この項目が属する分類）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・7. SDN・ネットワーク仮想化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・8. ストレージ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・9. 分散ファイル・レプリケーション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・10. クラスタリング・可用性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・11. Hyper-V仮想化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・12. リモートデスクトップ・アプリ配信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・13. Web/アプリ・配置基盤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・14. セキュリティ・ハードニング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・15. バックアップ・保守・診断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ネットワーク遷移技術(NetworkTransition)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6. ネットワーク構成　&gt;　移行　&gt;　IPv6遷移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No.37　／　6. ネットワーク構成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扱う対象と前提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IP・NIC・チーミング・ファイアウォール・リモート接続など、サーバーのネットワーク設定全般を扱う分類です。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06880"/>
            <a:ext cx="8229600" cy="2590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networktransitionで6to4/ISATAP/Teredo等IPv6遷移を構成。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02536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前提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15210"/>
            <a:ext cx="8229600" cy="84023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・該当する役割/機能をサーバーマネージャーまたは Install-WindowsFeature で導入済みであること。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・管理コマンドは networktransition モジュール（役割導入時に併せて追加）を使用する。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・操作は原則 PowerShell（管理者）で実行。GUIツールがある場合は併記。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ネットワーク遷移技術(NetworkTransition)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6. ネットワーク構成　&gt;　移行　&gt;　IPv6遷移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No.37　／　6. ネットワーク構成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想定作業（この項目で何をするか）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114909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・IPv6移行方式の確認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・標準的な作業の流れ（参考）：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－現状の設定・構成を確認する（次スライドのコマンド・確認キー）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－必要に応じて作成・変更・削除など目的の操作を行う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－変更後は反映・動作を検証し、記録する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2305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使用判断のポイント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35732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この設定・機能が実環境で使われているかは、下記の確認キーで判断します。使っていなければ研修採用の要否を検討します。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ネットワーク遷移技術(NetworkTransition)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6. ネットワーク構成　&gt;　移行　&gt;　IPv6遷移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No.37　／　6. ネットワーク構成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主要コマンド（例）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28242"/>
            <a:ext cx="8229600" cy="520700"/>
          </a:xfrm>
          <a:prstGeom prst="rect">
            <a:avLst/>
          </a:prstGeom>
          <a:noFill/>
          <a:ln w="12700">
            <a:solidFill>
              <a:srgbClr val="9DB7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S Gothic"/>
                <a:ea typeface="MS Gothic"/>
                <a:cs typeface="MS Gothic"/>
              </a:rPr>
              <a:t>PS C:\&gt; Get-Net6to4Configuration</a:t>
            </a:r>
          </a:p>
          <a:p>
            <a:pPr algn="l"/>
            <a:r>
              <a:rPr sz="1100" b="0">
                <a:solidFill>
                  <a:srgbClr val="1A3555"/>
                </a:solidFill>
                <a:latin typeface="MS Gothic"/>
                <a:ea typeface="MS Gothic"/>
                <a:cs typeface="MS Gothic"/>
              </a:rPr>
              <a:t>PS C:\&gt; Get-NetIsatapConfiguration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03805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確認する値・キー（使用判断）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16480"/>
            <a:ext cx="8229600" cy="447548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・Get-Net6to4Configuration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・Get-NetIsatapConfiguration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ネットワーク遷移技術(NetworkTransition)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6. ネットワーク構成　&gt;　移行　&gt;　IPv6遷移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No.37　／　6. ネットワーク構成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この項目で使う主なコマンドレット（抜粋）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321817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14800"/>
                <a:gridCol w="4114800"/>
              </a:tblGrid>
              <a:tr h="292561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主な用途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92561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Get-Net6to4Configuration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取得・確認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92561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Get-NetIsatapConfiguration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取得・確認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92561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Add-NetIPHttpsCertBinding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追加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92561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Disable-NetDnsTransitionConfiguration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無効化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92561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Enable-NetDnsTransitionConfiguration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有効化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92561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New-NetIPHttpsConfiguration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新規作成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92561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Remove-NetIPHttpsCertBinding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削除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92561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Rename-NetIPHttpsConfiguration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名前変更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92561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Reset-Net6to4Configuration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リセット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92569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Set-Net6to4Configuration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設定・変更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ネットワーク遷移技術(NetworkTransition)（続き）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6. ネットワーク構成　&gt;　移行　&gt;　IPv6遷移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No.37　／　6. ネットワーク構成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115568"/>
          <a:ext cx="8229600" cy="16484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14800"/>
                <a:gridCol w="4114800"/>
              </a:tblGrid>
              <a:tr h="329692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主な用途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329692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Disable-NetIPHttpsProfile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無効化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29692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Disable-NetNatTransitionConfiguration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無効化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329692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Enable-NetIPHttpsProfile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有効化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29692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Enable-NetNatTransitionConfiguration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有効化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57200" y="2837180"/>
            <a:ext cx="8229600" cy="520700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補足：上表はモジュールの代表的なコマンドレットの抜粋です。全体は Get-Command -Module &lt;モジュール名&gt; で確認できます。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ネットワーク遷移技術(NetworkTransition)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6. ネットワーク構成　&gt;　移行　&gt;　IPv6遷移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No.37　／　6. ネットワーク構成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定義ファイル・場所（早見）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523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419088"/>
                <a:gridCol w="1810512"/>
              </a:tblGrid>
              <a:tr h="2616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場所・ファイル・モジュール（標準既定の例）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確認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networktransition モジュール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実環境で要確認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57200" y="2024633"/>
            <a:ext cx="8229600" cy="333502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補足：パス・既定値はバージョン/構成で異なります。必ず実環境で確認してください。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ネットワーク遷移技術(NetworkTransition)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6. ネットワーク構成　&gt;　移行　&gt;　IPv6遷移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No.37　／　6. ネットワーク構成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用語集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207391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45920"/>
                <a:gridCol w="2139696"/>
                <a:gridCol w="4443984"/>
              </a:tblGrid>
              <a:tr h="414782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用語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区分・変更可否（既定値）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説明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414782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networktransition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モジュール名（固定）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本項目の操作を提供するモジュール。Import-Module networktransition で利用。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414782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モジュール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配布単位（固定名）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関連コマンドレットをまとめた配布単位。Import-Moduleで読み込む。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414782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Get-Net6to4Configuration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本項目で使用する主要コマンドレット。Get-Help Get-Net6to4Configuration で詳細。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414782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Get-NetIsatapConfiguration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本項目で使用する主要コマンドレット。Get-Help Get-NetIsatapConfiguration で詳細。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ネットワーク遷移技術(NetworkTransition)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6. ネットワーク構成　&gt;　移行　&gt;　IPv6遷移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No.37　／　6. ネットワーク構成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出典（Microsoft Learn 公式資料）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16230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・Get-Net6to4Configuration
https://learn.microsoft.com/ja-jp/powershell/module/networktransition/get-net6to4configuration/?view=windowsserver2022-ps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・Get-NetIsatapConfiguration
https://learn.microsoft.com/ja-jp/powershell/module/networktransition/get-netisatapconfiguration/?view=windowsserver2022-ps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・networktransition モジュール 概要
https://learn.microsoft.com/ja-jp/powershell/module/networktransition/?view=windowsserver2022-ps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097022"/>
            <a:ext cx="8229600" cy="520700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補足：日本語訳が機械翻訳の頁は英語原文（上記URL）を正とします。社内既存ナレッジ（C:\oskb PS51-WS2022 4,030件）とも整合。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