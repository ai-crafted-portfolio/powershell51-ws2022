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ネットワークイベント/キャプチャ(NetEventPacketCapture)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6. ネットワーク構成　&gt;　解析　&gt;　パケットキャプチャ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ネットワークイベント/キャプチャ(NetEventPacketCapture)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解析　&gt;　パケットキャプチャ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No.38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6. ネットワーク構成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ネットワークイベント/キャプチャ(NetEventPacketCapture)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解析　&gt;　パケットキャプチャ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No.38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IP・NIC・チーミング・ファイアウォール・リモート接続など、サーバーのネットワーク設定全般を扱う分類です。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neteventpacketcaptureでETWベースのパケット/イベントキャプチャ。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neteventpacketcapture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ネットワークイベント/キャプチャ(NetEventPacketCapture)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解析　&gt;　パケットキャプチャ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No.38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・障害解析手段の確認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ネットワークイベント/キャプチャ(NetEventPacketCapture)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解析　&gt;　パケットキャプチャ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No.38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New-NetEventSession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Add-NetEventPacketCaptureProvider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・New-NetEventSession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・Add-NetEventPacketCaptureProvider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ネットワークイベント/キャプチャ(NetEventPacketCapture)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解析　&gt;　パケットキャプチャ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No.38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218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9256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New-NetEventSession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Add-NetEventPacketCaptureProvider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Get-NetEventNetworkAdapter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Remove-NetEventNetworkAdapter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Set-NetEventPacketCaptureProvider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Start-NetEventSession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Stop-NetEventSession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停止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Add-NetEventNetworkAdapter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Add-NetEventProvider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7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Add-NetEventVFPProvider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ネットワークイベント/キャプチャ(NetEventPacketCapture)（続き）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解析　&gt;　パケットキャプチャ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No.38　／　6. ネットワーク構成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Add-NetEventVmNetworkAdapter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Add-NetEventVmSwitch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Add-NetEventVmSwitchProvider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Add-NetEventWFPCaptureProvider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49682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ネットワークイベント/キャプチャ(NetEventPacketCapture)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解析　&gt;　パケットキャプチャ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No.38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neteventpacketcapture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ネットワークイベント/キャプチャ(NetEventPacketCapture)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解析　&gt;　パケットキャプチャ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No.38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neteventpacketcapture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neteventpacketcapture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ETW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仕組み（固定名）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Windowsのイベントトレース基盤。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New-NetEventSession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New-NetEventSession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Add-NetEventPacketCaptureProvider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Add-NetEventPacketCaptureProvider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ネットワークイベント/キャプチャ(NetEventPacketCapture)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解析　&gt;　パケットキャプチャ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No.38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793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・New-NetEventSession
https://learn.microsoft.com/ja-jp/powershell/module/neteventpacketcapture/new-neteventsession/?view=windowsserver2022-ps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・Add-NetEventPacketCaptureProvider
https://learn.microsoft.com/ja-jp/powershell/module/neteventpacketcapture/add-neteventpacketcaptureprovider/?view=windowsserver2022-ps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・neteventpacketcapture モジュール 概要
https://learn.microsoft.com/ja-jp/powershell/module/neteventpacketcapture/?view=windowsserver2022-ps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6720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