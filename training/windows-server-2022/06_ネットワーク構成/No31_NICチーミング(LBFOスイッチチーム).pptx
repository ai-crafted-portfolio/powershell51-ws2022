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Server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1112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NICチーミング(LBFO/スイッチチーム)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48412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59384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6. ネットワーク構成　&gt;　冗長化　&gt;　チーミング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413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NICチーミング(LBFO/スイッチチーム)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冗長化　&gt;　チーミング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No.31　／　6. ネットワーク構成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118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サーバ管理基盤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Active Directoryドメインサービス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認証・証明書・フェデレーション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グループポリシー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DNS/DHCP/IPAM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6. ネットワーク構成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SDN・ネットワーク仮想化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ストレージ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分散ファイル・レプリケーション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クラスタリング・可用性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Hyper-V仮想化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・12. リモートデスクトップ・アプリ配信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・13. Web/アプリ・配置基盤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・14. セキュリティ・ハードニング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・15. バックアップ・保守・診断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NICチーミング(LBFO/スイッチチーム)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冗長化　&gt;　チーミング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No.31　／　6. ネットワーク構成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IP・NIC・チーミング・ファイアウォール・リモート接続など、サーバーのネットワーク設定全般を扱う分類です。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netlbfo(LBFO)/netswitchteamでNIC冗長化・帯域集約。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840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・該当する役割/機能をサーバーマネージャーまたは Install-WindowsFeature で導入済みであること。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・管理コマンドは netlbfo モジュール（役割導入時に併せて追加）を使用する。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・操作は原則 PowerShell（管理者）で実行。GUIツールがある場合は併記。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NICチーミング(LBFO/スイッチチーム)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冗長化　&gt;　チーミング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No.31　／　6. ネットワーク構成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・冗長構成の確認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NICチーミング(LBFO/スイッチチーム)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冗長化　&gt;　チーミング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No.31　／　6. ネットワーク構成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520700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Get-NetLbfoTeam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New-NetLbfoTeam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03805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6480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・Get-NetLbfoTeam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・New-NetLbfoTeam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NICチーミング(LBFO/スイッチチーム)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冗長化　&gt;　チーミング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No.31　／　6. ネットワーク構成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139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Get-NetLbfoTeam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New-NetLbfoTeam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新規作成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Add-NetLbfoTeamMember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Remove-NetLbfoTeam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削除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Rename-NetLbfoTeam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名前変更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Set-NetLbfoTeam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Add-NetLbfoTeamNic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Get-NetLbfoTeamMember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Get-NetLbfoTeamNic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Remove-NetLbfoTeamMember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削除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Remove-NetLbfoTeamNic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削除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NICチーミング(LBFO/スイッチチーム)（続き）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冗長化　&gt;　チーミング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No.31　／　6. ネットワーク構成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046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Set-NetLbfoTeamMember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Set-NetLbfoTeamNic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Add-NetSwitchTeamMember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23520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NICチーミング(LBFO/スイッチチーム)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冗長化　&gt;　チーミング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No.31　／　6. ネットワーク構成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784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netlbfo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netswitchteam 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286254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NICチーミング(LBFO/スイッチチーム)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冗長化　&gt;　チーミング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No.31　／　6. ネットワーク構成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21653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60891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6089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netlbfo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netlbfo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6089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6089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NICチーミング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機能（任意）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複数NICを束ね冗長化/帯域集約(LBFO/スイッチ埋め込み)。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6089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Get-NetLbfoTeam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Get-NetLbfoTeam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60895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New-NetLbfoTeam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New-NetLbfoTeam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NICチーミング(LBFO/スイッチチーム)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冗長化　&gt;　チーミング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No.31　／　6. ネットワーク構成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15188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・Get-NetLbfoTeam
https://learn.microsoft.com/ja-jp/powershell/module/netlbfo/get-netlbfoteam/?view=windowsserver2022-ps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・New-NetLbfoTeam
https://learn.microsoft.com/ja-jp/powershell/module/netlbfo/new-netlbfoteam/?view=windowsserver2022-ps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・netlbfo モジュール 概要
https://learn.microsoft.com/ja-jp/powershell/module/netlbfo/?view=windowsserver2022-ps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・netswitchteam モジュール 概要
https://learn.microsoft.com/ja-jp/powershell/module/netswitchteam/?view=windowsserver2022-ps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62585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