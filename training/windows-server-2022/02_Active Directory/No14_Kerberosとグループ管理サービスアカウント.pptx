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Kerberosとグループ管理サービスアカウント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Active Directoryドメインサービス　&gt;　認証　&gt;　Kerberos/gMSA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Kerberosとグループ管理サービスアカウント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認証　&gt;　Kerberos/gMSA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No.14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Active Directoryドメインサービス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Kerberosとグループ管理サービスアカウント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認証　&gt;　Kerberos/gMSA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No.14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ユーザーやコンピューターを一元管理する認証の中核。ドメイン構築・オブジェクト管理・複製・保守を扱う分類です。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Kerberos認証、KDSルート鍵に基づくgMSA(自動パスワード管理)。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kds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Kerberosとグループ管理サービスアカウント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認証　&gt;　Kerberos/gMSA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No.14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・サービスアカウント方式の確認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Kerberosとグループ管理サービスアカウント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認証　&gt;　Kerberos/gMSA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No.14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Add-KdsRootKey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New-ADServiceAccount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・Add-KdsRootKey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・New-ADServiceAccount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・klist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Kerberosとグループ管理サービスアカウント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認証　&gt;　Kerberos/gMSA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No.14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Add-KdsRootKey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New-ADServiceAccount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Clear-KdsCache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Get-KdsConfiguration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Set-KdsConfiguration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Test-KdsRootKey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Disable-ADAccount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Enable-ADAccount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Grant-ADAuthenticationPolicySiloAccess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Kerberosとグループ管理サービスアカウント（続き）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認証　&gt;　Kerberos/gMSA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No.14　／　2. Active Directoryドメインサービス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Move-ADDirectoryServer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Get-KdsRootKey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Add-ADCentralAccessPolicyMember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Add-ADComputerServiceAccount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Kerberosとグループ管理サービスアカウント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認証　&gt;　Kerberos/gMSA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No.14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kds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krbtgt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Kerberosとグループ管理サービスアカウント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認証　&gt;　Kerberos/gMSA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No.14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4184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4549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kds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kds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gMSA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アカウント種別（固定名）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グループ管理サービスアカウント。パスワードを自動管理。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Kerberos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認証方式（固定名）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AD既定のチケットベース認証。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Add-KdsRootKey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Add-KdsRootKey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New-ADServiceAccount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New-ADServiceAccount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Kerberosとグループ管理サービスアカウント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認証　&gt;　Kerberos/gMSA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No.14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・Add-KdsRootKey
https://learn.microsoft.com/ja-jp/powershell/module/kds/add-kdsrootkey/?view=windowsserver2022-ps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・New-ADServiceAccount
https://learn.microsoft.com/ja-jp/powershell/module/activedirectory/new-adserviceaccount/?view=windowsserver2022-ps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・kds モジュール 概要
https://learn.microsoft.com/ja-jp/powershell/module/kds/?view=windowsserver2022-ps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・activedirectory モジュール 概要
https://learn.microsoft.com/ja-jp/powershell/module/activedirectory/?view=windowsserver2022-ps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