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Server 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サイト・サブネット・サービス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19456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30428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2. Active Directoryドメインサービス　&gt;　運用　&gt;　サイト/サブネット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サイト・サブネット・サービス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Active Directoryドメインサービス　&gt;　運用　&gt;　サイト/サブネット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No.13　／　2. Active Directoryドメインサービス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311886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サーバ管理基盤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2. Active Directoryドメインサービス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認証・証明書・フェデレーション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グループポリシー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DNS/DHCP/IPAM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ネットワーク構成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SDN・ネットワーク仮想化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ストレージ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分散ファイル・レプリケーション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クラスタリング・可用性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Hyper-V仮想化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・12. リモートデスクトップ・アプリ配信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・13. Web/アプリ・配置基盤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・14. セキュリティ・ハードニング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・15. バックアップ・保守・診断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サイト・サブネット・サービス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Active Directoryドメインサービス　&gt;　運用　&gt;　サイト/サブネット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No.13　／　2. Active Directoryドメインサービス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ユーザーやコンピューターを一元管理する認証の中核。ドメイン構築・オブジェクト管理・複製・保守を扱う分類です。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物理トポロジに合わせたサイト/サブネット/サイトリンクで複製とログオンを最適化。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8402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・該当する役割/機能をサーバーマネージャーまたは Install-WindowsFeature で導入済みであること。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・管理コマンドは activedirectory モジュール（役割導入時に併せて追加）を使用する。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・操作は原則 PowerShell（管理者）で実行。GUIツールがある場合は併記。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サイト・サブネット・サービス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Active Directoryドメインサービス　&gt;　運用　&gt;　サイト/サブネット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No.13　／　2. Active Directoryドメインサービス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・サイト設計の確認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サイト・サブネット・サービス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Active Directoryドメインサービス　&gt;　運用　&gt;　サイト/サブネット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No.13　／　2. Active Directoryドメインサービス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520700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Get-ADReplicationSite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Get-ADReplicationSubnet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03805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16480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・Get-ADReplicationSite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・Get-ADReplicationSubnet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サイト・サブネット・サービス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Active Directoryドメインサービス　&gt;　運用　&gt;　サイト/サブネット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No.13　／　2. Active Directoryドメインサービス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30479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7709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Get-ADReplicationSite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Get-ADReplicationSubnet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Add-ADCentralAccessPolicyMember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Clear-ADAccountExpiration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クリア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Disable-ADAccount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無効化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Enable-ADAccount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有効化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Grant-ADAuthenticationPolicySiloAccess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権限付与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Install-ADServiceAccount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インストール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Move-ADDirectoryServer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移動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7099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New-ADAuthenticationPolicy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新規作成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サイト・サブネット・サービス（続き）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Active Directoryドメインサービス　&gt;　運用　&gt;　サイト/サブネット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No.13　／　2. Active Directoryドメインサービス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16484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32969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2969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Add-ADComputerServiceAccount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969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Add-ADDomainControllerPasswordReplicationPolicy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2969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Add-ADFineGrainedPasswordPolicySubject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969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Add-ADGroupMember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283718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サイト・サブネット・サービス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Active Directoryドメインサービス　&gt;　運用　&gt;　サイト/サブネット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No.13　／　2. Active Directoryドメインサービス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523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activedirectory（Configurationパーティション）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024633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サイト・サブネット・サービス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Active Directoryドメインサービス　&gt;　運用　&gt;　サイト/サブネット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No.13　／　2. Active Directoryドメインサービス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149745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374364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74364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activedirectory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activedirectory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74364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Get-ADReplicationSite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Get-ADReplicationSite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74365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Get-ADReplicationSubnet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Get-ADReplicationSubnet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サイト・サブネット・サービス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Active Directoryドメインサービス　&gt;　運用　&gt;　サイト/サブネット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No.13　／　2. Active Directoryドメインサービス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6230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・Get-ADReplicationSite
https://learn.microsoft.com/ja-jp/powershell/module/activedirectory/get-adreplicationsite/?view=windowsserver2022-ps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・Get-ADReplicationSubnet
https://learn.microsoft.com/ja-jp/powershell/module/activedirectory/get-adreplicationsubnet/?view=windowsserver2022-ps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・activedirectory モジュール 概要
https://learn.microsoft.com/ja-jp/powershell/module/activedirectory/?view=windowsserver2022-ps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097022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