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フォレスト/ドメインの階層と機能レベル(2016等)。信頼関係の基盤。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activedirectory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・機能レベル・構造の確認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Get-ADForest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・Get-ADForest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・Get-ADDomain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・DomainMode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Get-ADForest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Get-ADDomain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Add-ADCentralAccessPolicyMember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Clear-ADAccountExpiration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New-ADAuthenticationPolicy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Add-ADComputerServiceAccount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Add-ADDomainControllerPasswordReplicationPolicy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Add-ADFineGrainedPasswordPolicySubject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Add-ADGroupMember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activedirectory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役割を補助する部品(例 .NET Framework, フェイルオーバークラスタリング)。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Get-ADForest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Get-ADForest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Get-ADDomain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Get-ADDomain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ドメイン・フォレストの構造と機能レベル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論理構造　&gt;　ドメイン/フォレスト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No.10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・Get-ADForest
https://learn.microsoft.com/ja-jp/powershell/module/activedirectory/get-adforest/?view=windowsserver2022-ps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・Get-ADDomain
https://learn.microsoft.com/ja-jp/powershell/module/activedirectory/get-addomain/?view=windowsserver2022-ps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