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DSのバックアップとオブジェクト復元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Active Directoryドメインサービス　&gt;　保守　&gt;　バックアップ/権限復元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DSのバックアップとオブジェクト復元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保守　&gt;　バックアップ/権限復元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No.15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Active Directoryドメインサービス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DSのバックアップとオブジェクト復元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保守　&gt;　バックアップ/権限復元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No.15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ユーザーやコンピューターを一元管理する認証の中核。ドメイン構築・オブジェクト管理・複製・保守を扱う分類です。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システム状態バックアップ、ごみ箱、Authoritative Restore。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activedirectory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DSのバックアップとオブジェクト復元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保守　&gt;　バックアップ/権限復元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No.15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・保護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・復元手順の確認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DSのバックアップとオブジェクト復元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保守　&gt;　バックアップ/権限復元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No.15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Get-ADObject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Restore-ADObject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・Get-ADObject -IncludeDeletedObjects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・Restore-ADObject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DSのバックアップとオブジェクト復元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保守　&gt;　バックアップ/権限復元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No.15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7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Restore-ADObject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復元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Add-ADCentralAccessPolicyMember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Clear-ADAccountExpiration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Disable-ADAccount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Enable-ADAccount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Grant-ADAuthenticationPolicySiloAccess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Install-ADServiceAccount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Move-ADDirectoryServer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New-ADAuthenticationPolicy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DSのバックアップとオブジェクト復元（続き）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保守　&gt;　バックアップ/権限復元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No.15　／　2. Active Directoryドメインサービス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64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296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Add-ADComputerServiceAccount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Add-ADDomainControllerPasswordReplicationPolicy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Add-ADFineGrainedPasswordPolicySubject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Add-ADGroupMember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8371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DSのバックアップとオブジェクト復元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保守　&gt;　バックアップ/権限復元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No.15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NTDS.dit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SYSVOL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 Recycle Bin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54787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DSのバックアップとオブジェクト復元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保守　&gt;　バックアップ/権限復元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No.15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activedirectory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activedirectory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オブジェクト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概念（固定）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PowerShellの出力は文字列でなく.NETオブジェクト。プロパティ/メソッドを持つ。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Get-ADObject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Restore-ADObject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Restore-ADObject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DSのバックアップとオブジェクト復元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保守　&gt;　バックアップ/権限復元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No.15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・Get-ADObject
https://learn.microsoft.com/ja-jp/powershell/module/activedirectory/get-adobject/?view=windowsserver2022-ps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・Restore-ADObject
https://learn.microsoft.com/ja-jp/powershell/module/activedirectory/restore-adobject/?view=windowsserver2022-ps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・activedirectory モジュール 概要
https://learn.microsoft.com/ja-jp/powershell/module/activedirectory/?view=windowsserver2022-ps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