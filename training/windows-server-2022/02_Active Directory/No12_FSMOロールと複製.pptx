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FSMOロールと複製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2. Active Directoryドメインサービス　&gt;　運用　&gt;　FSMO/複製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FSMOロールと複製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運用　&gt;　FSMO/複製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No.12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2. Active Directoryドメインサービス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FSMOロールと複製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運用　&gt;　FSMO/複製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No.12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ユーザーやコンピューターを一元管理する認証の中核。ドメイン構築・オブジェクト管理・複製・保守を扱う分類です。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5つの操作マスター(FSMO)とサイト間/内複製の健全性。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activedirectory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FSMOロールと複製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運用　&gt;　FSMO/複製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No.12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・ロール保持者・複製状態の確認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FSMOロールと複製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運用　&gt;　FSMO/複製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No.12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Get-ADDomainController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Move-ADDirectoryServerOperationMasterRole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858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・Get-ADDomainController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・repadmin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・replsummary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・Move-ADDirectoryServerOperationMasterRole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FSMOロールと複製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運用　&gt;　FSMO/複製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No.12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2181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9256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Get-ADDomainController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Move-ADDirectoryServerOperationMasterRole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移動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Add-ADCentralAccessPolicyMember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Clear-ADAccountExpiration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Disable-ADAccount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Enable-ADAccount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Grant-ADAuthenticationPolicySiloAccess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権限付与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Install-ADServiceAccount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2561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New-ADAuthenticationPolicy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257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Add-ADComputerServiceAccount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FSMOロールと複製（続き）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運用　&gt;　FSMO/複製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No.12　／　2. Active Directoryドメインサービス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648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2969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Add-ADDomainControllerPasswordReplicationPolicy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Add-ADFineGrainedPasswordPolicySubject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Add-ADGroupMember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2969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Add-ADPrincipalGroupMembership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83718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FSMOロールと複製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運用　&gt;　FSMO/複製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No.12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activedirectory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NTDS設定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FSMOロールと複製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運用　&gt;　FSMO/複製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No.12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4886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41478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activedirectory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activedirectory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FSMO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役割（固定・移動可）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5つの操作マスター。フォレスト/ドメインで単一保持。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Get-ADDomainController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Get-ADDomainController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41478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Move-ADDirectoryServerOperationMasterRole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Move-ADDirectoryServerOperationMasterRole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FSMOロールと複製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運用　&gt;　FSMO/複製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No.12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7932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・Get-ADDomainController
https://learn.microsoft.com/ja-jp/powershell/module/activedirectory/get-addomaincontroller/?view=windowsserver2022-ps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・Move-ADDirectoryServerOperationMasterRole
https://learn.microsoft.com/ja-jp/powershell/module/activedirectory/move-addirectoryserveroperationmasterrole/?view=windowsserver2022-ps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・activedirectory モジュール 概要
https://learn.microsoft.com/ja-jp/powershell/module/activedirectory/?view=windowsserver2022-ps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6720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