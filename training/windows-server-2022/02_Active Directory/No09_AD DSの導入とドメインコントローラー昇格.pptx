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1112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48412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59384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413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2. Active Directoryドメインサービス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ユーザーやコンピューターを一元管理する認証の中核。ドメイン構築・オブジェクト管理・複製・保守を扱う分類です。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addsdeploymentで新規フォレスト/ドメイン/追加DCを構成。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addsdeployment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・DC構成・昇格手順の確認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Install-ADDSForest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Install-ADDSDomainController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・Install-ADDSForest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・Install-ADDSDomainController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956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9565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Install-ADDSForest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Install-ADDSDomainController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Add-ADDSReadOnlyDomainControllerAccount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Test-ADDSDomainControllerInstallation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Uninstall-ADDSDomainController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アンインストール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Clear-ADAccountExpiration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Disable-ADAccount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Enable-ADAccount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9565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Get-ADAccountAuthorizationGroup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910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31834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Grant-ADAuthenticationPolicySiloAccess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Move-ADDirectoryServer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移動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New-ADAuthenticationPolicy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18346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Install-ADDSDomain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1835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Test-ADDSDomainControllerUninstallation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30988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addsdeployment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activedirectory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NTDS.dit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54787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addsdeployment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addsdeployment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ドメインコントローラー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サーバー種別（固定名）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 DSデータベース(NTDS.dit)を保持し認証を担うサーバー。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Install-ADDSForest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Install-ADDSForest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Install-ADDSDomainController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Install-ADDSDomainController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AD DSの導入とドメインコントローラー昇格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2. Active Directoryドメインサービス　&gt;　構築　&gt;　ドメイン昇格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No.9　／　2. Active Directoryドメインサービス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15188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・Install-ADDSForest
https://learn.microsoft.com/ja-jp/powershell/module/addsdeployment/install-addsforest/?view=windowsserver2022-ps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・Install-ADDSDomainController
https://learn.microsoft.com/ja-jp/powershell/module/addsdeployment/install-addsdomaincontroller/?view=windowsserver2022-ps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・addsdeployment モジュール 概要
https://learn.microsoft.com/ja-jp/powershell/module/addsdeployment/?view=windowsserver2022-ps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・activedirectory モジュール 概要
https://learn.microsoft.com/ja-jp/powershell/module/activedirectory/?view=windowsserver2022-ps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62585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