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ポリシー更新とRSoP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4. グループポリシー　&gt;　適用　&gt;　更新/結果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ポリシー更新とRSoP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適用　&gt;　更新/結果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No.24　／　4. グループポリシー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4. グループポリシー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ポリシー更新とRSoP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適用　&gt;　更新/結果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No.24　／　4. グループポリシー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設定を組織全体へ一括配布するグループポリシー。作成・リンク・適用確認までを扱う分類です。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gpupdateで適用、gpresult/RSoPで結果セット確認。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grouppolicy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ポリシー更新とRSoP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適用　&gt;　更新/結果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No.24　／　4. グループポリシー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・適用確認・トラブル調査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ポリシー更新とRSoP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適用　&gt;　更新/結果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No.24　／　4. グループポリシー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Get-GPResultantSetOfPolicy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106400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・gpupdate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・force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・gpresult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・r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・Get-GPResultantSetOfPolicy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ポリシー更新とRSoP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適用　&gt;　更新/結果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No.24　／　4. グループポリシー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Get-GPResultantSetOfPolicy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Backup-GPO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バックアップ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Copy-GPO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コピー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Import-GPO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インポート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Invoke-GPUpdate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実行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New-GPLink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Remove-GPLink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Rename-GPO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名前変更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Restore-GPO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復元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Set-GPInheritance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Get-GPInheritance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ポリシー更新とRSoP（続き）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適用　&gt;　更新/結果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No.24　／　4. グループポリシー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Get-GPO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Get-GPOReport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Get-GPPermission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ポリシー更新とRSoP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適用　&gt;　更新/結果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No.24　／　4. グループポリシー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（クライアント適用）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ポリシー更新とRSoP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適用　&gt;　更新/結果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No.24　／　4. グループポリシー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2443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grouppolicy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grouppolicy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Get-GPResultantSetOfPolicy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Get-GPResultantSetOfPolicy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ポリシー更新とRSoP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適用　&gt;　更新/結果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No.24　／　4. グループポリシー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094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・Get-GPResultantSetOfPolicy
https://learn.microsoft.com/ja-jp/powershell/module/grouppolicy/get-gpresultantsetofpolicy/?view=windowsserver2022-ps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・grouppolicy モジュール 概要
https://learn.microsoft.com/ja-jp/powershell/module/grouppolicy/?view=windowsserver2022-ps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819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