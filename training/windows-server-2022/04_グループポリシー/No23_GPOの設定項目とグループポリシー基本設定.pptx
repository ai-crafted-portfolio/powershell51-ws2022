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グループポリシー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設定を組織全体へ一括配布するグループポリシー。作成・リンク・適用確認までを扱う分類です。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管理用テンプレート(ADMX)、セキュリティ設定、基本設定(Preferences)。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grouppolicy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・主要ポリシーの棚卸し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Set-GPRegistryValue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・Set-GPRegistryValue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・gpresult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Set-GPRegistryValue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Get-GPInheritance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Invoke-GPUpdate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New-GPLink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Remove-GPLink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Get-GPOReport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Get-GPPermission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Get-GPPrefRegistryValue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%SystemRoot%\PolicyDefinitions（ADMX）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SYSVOL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5888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17779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7779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grouppolicy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7779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設定オブジェクト（任意名）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グループポリシーオブジェクト。設定をまとめて配布する。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7779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ADMX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ファイル（テンプレート）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グループポリシー管理用テンプレート定義。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778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Set-GPRegistryValue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Set-GPRegistryValue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GPOの設定項目とグループポリシー基本設定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設定　&gt;　レジストリ/基本設定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No.23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・Set-GPRegistryValue
https://learn.microsoft.com/ja-jp/powershell/module/grouppolicy/set-gpregistryvalue/?view=windowsserver2022-ps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・grouppolicy モジュール 概要
https://learn.microsoft.com/ja-jp/powershell/module/grouppolicy/?view=windowsserver2022-ps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