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Microsoft Defender ウイルス対策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14. セキュリティ・ハードニング　&gt;　マルウェア対策　&gt;　Defender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Microsoft Defender ウイルス対策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マルウェア対策　&gt;　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No.73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14. セキュリティ・ハードニング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Microsoft Defender ウイルス対策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マルウェア対策　&gt;　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No.73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暗号化・実行制御・マルウェア対策・通信保護など、サーバーを堅牢化する分類です。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defenderで定義更新/スキャン/除外/リアルタイム保護を管理。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defender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Microsoft Defender ウイルス対策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マルウェア対策　&gt;　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No.73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・保護状態・除外の確認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Microsoft Defender ウイルス対策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マルウェア対策　&gt;　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No.73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Get-MpComputerStatus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Get-MpPreference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Start-MpScan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・Get-MpComputerStatus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・Get-MpPreference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・Start-MpScan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Microsoft Defender ウイルス対策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マルウェア対策　&gt;　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No.73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Get-MpComputerStatus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Get-MpPreference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Start-MpScan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Add-MpPreference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Remove-MpPreference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Set-MpPreference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Update-MpSignature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更新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Get-MpThreat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Get-MpThreatCatalog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Get-MpThreatDetection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Remove-MpThreat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Microsoft Defender ウイルス対策（続き）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マルウェア対策　&gt;　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No.73　／　14. セキュリティ・ハードニング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Start-MpWDOScan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171196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Microsoft Defender ウイルス対策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マルウェア対策　&gt;　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No.73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defender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Microsoft Defender ウイルス対策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マルウェア対策　&gt;　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No.73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defender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defender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Defender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機能（既定 有効）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 Defenderウイルス対策。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Get-MpComputerStatus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Get-MpComputerStatus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Get-MpPreference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Get-MpPreference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Microsoft Defender ウイルス対策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マルウェア対策　&gt;　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No.73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・Get-MpComputerStatus
https://learn.microsoft.com/ja-jp/powershell/module/defender/get-mpcomputerstatus/?view=windowsserver2022-ps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・Get-MpPreference
https://learn.microsoft.com/ja-jp/powershell/module/defender/get-mppreference/?view=windowsserver2022-ps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・Start-MpScan
https://learn.microsoft.com/ja-jp/powershell/module/defender/start-mpscan/?view=windowsserver2022-ps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・defender モジュール 概要
https://learn.microsoft.com/ja-jp/powershell/module/defender/?view=windowsserver2022-ps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