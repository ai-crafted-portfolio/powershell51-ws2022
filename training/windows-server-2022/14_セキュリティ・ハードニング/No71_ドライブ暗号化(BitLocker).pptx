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ドライブ暗号化(BitLocker)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14. セキュリティ・ハードニング　&gt;　暗号化　&gt;　BitLocker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ドライブ暗号化(BitLocker)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暗号化　&gt;　BitLocker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No.71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14. セキュリティ・ハードニング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ドライブ暗号化(BitLocker)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暗号化　&gt;　BitLocker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No.71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暗号化・実行制御・マルウェア対策・通信保護など、サーバーを堅牢化する分類です。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bitlockerでボリューム暗号化・回復キー・TPM連携を管理。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bitlocker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ドライブ暗号化(BitLocker)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暗号化　&gt;　BitLocker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No.71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・暗号化状態・回復鍵の確認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ドライブ暗号化(BitLocker)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暗号化　&gt;　BitLocker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No.71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Get-BitLockerVolume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Enable-BitLocker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858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・Get-BitLockerVolume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・Enable-BitLocker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・(BackupToAAD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ドライブ暗号化(BitLocker)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暗号化　&gt;　BitLocker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No.71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047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770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Get-BitLockerVolume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Enable-BitLocker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Add-BitLockerKeyProtector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Backup-BitLockerKeyProtector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バックアップ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BackupToAAD-BitLockerKeyProtector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操作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Clear-BitLockerAutoUnlock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Disable-BitLocker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Lock-BitLocker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ロック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Remove-BitLockerKeyProtector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Resume-BitLocker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再開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ドライブ暗号化(BitLocker)（続き）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暗号化　&gt;　BitLocker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No.71　／　14. セキュリティ・ハードニング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Suspend-BitLocker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中断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Unlock-BitLocker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ロック解除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Disable-BitLockerAutoUnlock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Enable-BitLockerAutoUnlock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49682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ドライブ暗号化(BitLocker)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暗号化　&gt;　BitLocker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No.71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bitlocker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ドライブ暗号化(BitLocker)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暗号化　&gt;　BitLocker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No.71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4184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4549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bitlocker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bitlocker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BitLocker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機能（任意 有効）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ボリューム暗号化。TPMや回復キーと連携。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TPM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ハードウェア（固定名）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トラステッドプラットフォームモジュール。鍵/整合性の基盤。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Get-BitLockerVolume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Get-BitLockerVolume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Enable-BitLocker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Enable-BitLocker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ドライブ暗号化(BitLocker)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暗号化　&gt;　BitLocker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No.71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・Get-BitLockerVolume
https://learn.microsoft.com/ja-jp/powershell/module/bitlocker/get-bitlockervolume/?view=windowsserver2022-ps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・Enable-BitLocker
https://learn.microsoft.com/ja-jp/powershell/module/bitlocker/enable-bitlocker/?view=windowsserver2022-ps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・bitlocker モジュール 概要
https://learn.microsoft.com/ja-jp/powershell/module/bitlocker/?view=windowsserver2022-ps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