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14. セキュリティ・ハードニング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暗号化・実行制御・マルウェア対策・通信保護など、サーバーを堅牢化する分類です。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useraccessloggingでロール/製品ごとの利用状況を記録。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useraccesslogging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・利用状況監査の要否確認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Get-UalOverview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Get-UalUserAccess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・Get-UalOverview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・Get-UalUserAccess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Get-UalOverview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Get-UalUserAccess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Disable-Ual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Enable-Ual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Get-UalDailyAccess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Get-UalDailyDeviceAccess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Get-UalDailyUserAccess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Get-UalDeviceAccess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Get-UalDns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Get-UalHyperV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Get-UalServerDevice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Get-UalServerUser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Get-UalSystemId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useraccesslogging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9122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2447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useraccesslogging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useraccesslogging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2447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Get-UalOverview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Get-UalOverview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245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Get-UalUserAccess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Get-UalUserAccess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ユーザーアクセスログ(UAL)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14. セキュリティ・ハードニング　&gt;　監査　&gt;　ユーザーアクセスログ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No.77　／　14. セキュリティ・ハードニング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・Get-UalOverview
https://learn.microsoft.com/ja-jp/powershell/module/useraccesslogging/get-ualoverview/?view=windowsserver2022-ps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・Get-UalUserAccess
https://learn.microsoft.com/ja-jp/powershell/module/useraccesslogging/get-ualuseraccess/?view=windowsserver2022-ps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・useraccesslogging モジュール 概要
https://learn.microsoft.com/ja-jp/powershell/module/useraccesslogging/?view=windowsserver2022-ps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