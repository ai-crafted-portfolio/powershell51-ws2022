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プロセス緩和策(ProcessMitigations)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14. セキュリティ・ハードニング　&gt;　緩和策　&gt;　Exploit保護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プロセス緩和策(ProcessMitigations)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緩和策　&gt;　Exploit保護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No.75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14. セキュリティ・ハードニング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プロセス緩和策(ProcessMitigations)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緩和策　&gt;　Exploit保護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No.75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暗号化・実行制御・マルウェア対策・通信保護など、サーバーを堅牢化する分類です。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processmitigationsでDEP/ASLR/CFG等の緩和策を設定。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processmitigations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プロセス緩和策(ProcessMitigations)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緩和策　&gt;　Exploit保護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No.75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・緩和策適用状況の確認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プロセス緩和策(ProcessMitigations)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緩和策　&gt;　Exploit保護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No.75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Get-ProcessMitigation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Set-ProcessMitigation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・Get-ProcessMitigation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・Set-ProcessMitigation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プロセス緩和策(ProcessMitigations)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緩和策　&gt;　Exploit保護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No.75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2166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0416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041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Get-ProcessMitigation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41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Set-ProcessMitigation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041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ConvertTo-ProcessMitigationPolicy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71805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プロセス緩和策(ProcessMitigations)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緩和策　&gt;　Exploit保護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No.75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processmitigations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プロセス緩和策(ProcessMitigations)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緩和策　&gt;　Exploit保護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No.75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processmitigations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processmitigations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Get-ProcessMitigation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Get-ProcessMitigation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Set-ProcessMitigation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Set-ProcessMitigation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プロセス緩和策(ProcessMitigations)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緩和策　&gt;　Exploit保護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No.75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・Get-ProcessMitigation
https://learn.microsoft.com/ja-jp/powershell/module/processmitigations/get-processmitigation/?view=windowsserver2022-ps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・Set-ProcessMitigation
https://learn.microsoft.com/ja-jp/powershell/module/processmitigations/set-processmitigation/?view=windowsserver2022-ps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・processmitigations モジュール 概要
https://learn.microsoft.com/ja-jp/powershell/module/processmitigations/?view=windowsserver2022-ps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