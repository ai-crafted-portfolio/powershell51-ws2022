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デバイスヘルス構成証明(DHA)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14. セキュリティ・ハードニング　&gt;　構成証明　&gt;　デバイスヘルス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デバイスヘルス構成証明(DHA)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構成証明　&gt;　デバイスヘルス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No.78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14. セキュリティ・ハードニング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デバイスヘルス構成証明(DHA)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構成証明　&gt;　デバイスヘルス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No.78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暗号化・実行制御・マルウェア対策・通信保護など、サーバーを堅牢化する分類です。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devicehealthattestationで端末の起動整合性を証明。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devicehealthattestation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デバイスヘルス構成証明(DHA)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構成証明　&gt;　デバイスヘルス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No.78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・構成証明利用の有無確認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デバイスヘルス構成証明(DHA)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構成証明　&gt;　デバイスヘルス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No.78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Get-DHASettings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・Get-DHASettings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デバイスヘルス構成証明(DHA)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構成証明　&gt;　デバイスヘルス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No.78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205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561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Backup-DHASConfiguration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バックアップ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Get-DHASActiveEncryptionCertificate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Install-DeviceHealthAttestation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Remove-DHASInactiveEncryptionCertificate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Restore-DHASConfiguration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復元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Set-DHASActiveEncryptionCertificate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Uninstall-DeviceHealthAttestation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アンインストール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616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Get-DHASActiveSigningCertificate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デバイスヘルス構成証明(DHA)（続き）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構成証明　&gt;　デバイスヘルス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No.78　／　14. セキュリティ・ハードニング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2512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5886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Get-DHASCertificateChainPolicy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Get-DHASInactiveEncryptionCertificate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Get-DHASInactiveSigningCertificate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Remove-DHASInactiveSigningCertificate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Set-DHASActiveSigningCertificate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87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Set-DHASCertificateChainPolicy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7007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デバイスヘルス構成証明(DHA)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構成証明　&gt;　デバイスヘルス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No.78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devicehealthattestation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デバイスヘルス構成証明(DHA)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構成証明　&gt;　デバイスヘルス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No.78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497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743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devicehealthattestation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devicehealthattestation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Get-DHASettings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Get-DHASettings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デバイスヘルス構成証明(DHA)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構成証明　&gt;　デバイスヘルス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No.78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56540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・devicehealthattestation モジュール 概要
https://learn.microsoft.com/ja-jp/powershell/module/devicehealthattestation/?view=windowsserver2022-ps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39366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