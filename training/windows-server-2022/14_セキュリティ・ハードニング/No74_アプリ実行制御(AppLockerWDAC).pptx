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112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アプリ実行制御(AppLocker/WDAC)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48412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59384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14. セキュリティ・ハードニング　&gt;　実行制御　&gt;　AppLocker/WDAC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41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アプリ実行制御(AppLocker/WDAC)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実行制御　&gt;　AppLocker/WDAC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No.74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14. セキュリティ・ハードニング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アプリ実行制御(AppLocker/WDAC)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実行制御　&gt;　AppLocker/WDAC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No.74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暗号化・実行制御・マルウェア対策・通信保護など、サーバーを堅牢化する分類です。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applocker/wdac/configciで実行可能なアプリ/スクリプトを制限。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applocker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アプリ実行制御(AppLocker/WDAC)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実行制御　&gt;　AppLocker/WDAC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No.74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・実行制御方針の確認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アプリ実行制御(AppLocker/WDAC)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実行制御　&gt;　AppLocker/WDAC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No.74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Get-AppLockerPolicy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New-CIPolicy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・Get-AppLockerPolicy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・New-CIPolicy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アプリ実行制御(AppLocker/WDAC)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実行制御　&gt;　AppLocker/WDAC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No.74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Get-AppLockerPolicy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New-CIPolicy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Set-AppLockerPolicy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Test-AppLockerPolicy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テスト・検証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Add-OdbcDsn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Disable-OdbcPerfCounter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Enable-OdbcPerfCounter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Remove-OdbcDsn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ConvertFrom-CIPolicy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変換(入力)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Edit-CIPolicyRule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操作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Merge-CIPolicy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マージ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アプリ実行制御(AppLocker/WDAC)（続き）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実行制御　&gt;　AppLocker/WDAC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No.74　／　14. セキュリティ・ハードニング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Get-AppLockerFileInformation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New-AppLockerPolicy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Disable-WdacBidTrace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アプリ実行制御(AppLocker/WDAC)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実行制御　&gt;　AppLocker/WDAC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No.74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308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applocker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wdac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configci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CIポリシー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80949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アプリ実行制御(AppLocker/WDAC)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実行制御　&gt;　AppLocker/WDAC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No.74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5801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6859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6859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applocker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applocker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859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6859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AppLocker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機能（任意）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実行可能アプリ/スクリプトを制限する実行制御。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859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WDAC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機能（任意）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Windows Defenderアプリケーション制御。CIポリシーで制御。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68590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Get-AppLockerPolicy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Get-AppLockerPolicy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8592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New-CIPolicy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New-CIPolicy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アプリ実行制御(AppLocker/WDAC)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実行制御　&gt;　AppLocker/WDAC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No.74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15188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・Get-AppLockerPolicy
https://learn.microsoft.com/ja-jp/powershell/module/applocker/get-applockerpolicy/?view=windowsserver2022-ps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・New-CIPolicy
https://learn.microsoft.com/ja-jp/powershell/module/configci/new-cipolicy/?view=windowsserver2022-ps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・applocker モジュール 概要
https://learn.microsoft.com/ja-jp/powershell/module/applocker/?view=windowsserver2022-ps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・wdac モジュール 概要
https://learn.microsoft.com/ja-jp/powershell/module/wdac/?view=windowsserver2022-ps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2585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