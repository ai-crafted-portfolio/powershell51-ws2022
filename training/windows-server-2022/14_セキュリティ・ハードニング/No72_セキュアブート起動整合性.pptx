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securebootでUEFIセキュアブート状態を確認。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secureboot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・起動チェーン保護の確認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Confirm-SecureBootUEFI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Get-SecureBootPolicy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・Confirm-SecureBootUEFI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・Get-SecureBootPolicy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Confirm-SecureBootUEFI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Get-SecureBootPolicy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Format-SecureBootUEFI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Set-SecureBootUEFI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Get-SecureBootUEFI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07111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secureboot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secureboot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secureboot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Confirm-SecureBootUEFI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Confirm-SecureBootUEFI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Get-SecureBootPolicy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Get-SecureBootPolicy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セキュアブート/起動整合性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起動保護　&gt;　Secure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No.72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・Confirm-SecureBootUEFI
https://learn.microsoft.com/ja-jp/powershell/module/secureboot/confirm-securebootuefi/?view=windowsserver2022-ps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・Get-SecureBootPolicy
https://learn.microsoft.com/ja-jp/powershell/module/secureboot/get-securebootpolicy/?view=windowsserver2022-ps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・secureboot モジュール 概要
https://learn.microsoft.com/ja-jp/powershell/module/secureboot/?view=windowsserver2022-ps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