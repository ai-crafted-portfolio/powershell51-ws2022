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tlsで暗号スイート/プロトコル(TLS1.2/1.3)を管理。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tls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・暗号ポリシーの確認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Get-TlsCipherSuite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Enable-TlsCipherSuite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・Get-TlsCipherSuite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・Enable-TlsCipherSuite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Get-TlsCipherSuite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Enable-TlsCipherSuite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Disable-TlsCipherSuite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Export-TlsSessionTicketKey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New-TlsSessionTicketKey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Disable-TlsEccCurve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Disable-TlsSessionTicketKey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Enable-TlsEccCurve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Enable-TlsSessionTicketKey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Get-TlsEccCurve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tls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 SCHANNEL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tls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プロトコル（既定 1.2/1.3）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通信暗号化。暗号スイート/プロトコルを構成。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Get-TlsCipherSuite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Get-TlsCipherSuite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Enable-TlsCipherSuite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Enable-TlsCipherSuite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TLS/SSL構成(TLS)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通信保護　&gt;　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No.76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・Get-TlsCipherSuite
https://learn.microsoft.com/ja-jp/powershell/module/tls/get-tlsciphersuite/?view=windowsserver2022-ps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・Enable-TlsCipherSuite
https://learn.microsoft.com/ja-jp/powershell/module/tls/enable-tlsciphersuite/?view=windowsserver2022-ps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・tls モジュール 概要
https://learn.microsoft.com/ja-jp/powershell/module/tls/?view=windowsserver2022-ps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