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12. リモートデスクトップ・アプリ配信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RDS/VDIやアプリ仮想化で、デスクトップ・アプリケーションを集中配信する分類です。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multipoint/multipointvdiで共有デスクトップ/VDIを提供。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multipoint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・VDI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・共有PC利用の確認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Get-WmsServerSettings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・Get-WmsServerSettings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Add-WmsSystem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Clear-WmsStation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Close-WmsApp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Disable-WmsDiskProtection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Disconnect-WmsSession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Enable-WmsDiskProtection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Get-WmsAlert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Hide-WmsIdentifier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Join-WmsStation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Lock-WmsSession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ロック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New-WmsUser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Open-WmsApp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Publish-WmsDesktop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発行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Remove-WmsSystem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multipoint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multipointvdi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multipoint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multipoint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Get-WmsServerSettings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Get-WmsServerSettings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MultiPoint Services/VDI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12. リモートデスクトップ・アプリ配信　&gt;　VDI　&gt;　MultiPoint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No.64　／　12. リモートデスクトップ・アプリ配信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・multipoint モジュール 概要
https://learn.microsoft.com/ja-jp/powershell/module/multipoint/?view=windowsserver2022-ps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・multipointvdi モジュール 概要
https://learn.microsoft.com/ja-jp/powershell/module/multipointvdi/?view=windowsserver2022-ps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