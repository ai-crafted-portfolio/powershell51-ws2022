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12. リモートデスクトップ・アプリ配信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RDS/VDIやアプリ仮想化で、デスクトップ・アプリケーションを集中配信する分類です。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uevで設定/状態をローミングし、端末間でユーザー環境を統一。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uev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・UE-V利用の有無確認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Get-UevStatus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Get-UevTemplate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・Get-UevStatus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・Get-UevTemplate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Get-UevStatus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Get-UevTemplate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Clear-UevAppxPackage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Disable-Uev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Enable-Uev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Export-UevConfiguration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Import-UevConfiguration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Register-UevTemplate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Repair-UevTemplateIndex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修復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Restore-UevBackup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Set-UevConfiguration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Test-UevTemplate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Unregister-UevTemplate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Update-UevTemplate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uev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uev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uev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UE-V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ユーザー環境仮想化。設定を端末間でローミング。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Get-UevStatus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Get-UevStatus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Get-UevTemplate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Get-UevTemplate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ユーザー環境仮想化(UE-V)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ユーザー環境　&gt;　UE-V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No.66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・Get-UevStatus
https://learn.microsoft.com/ja-jp/powershell/module/uev/get-uevstatus/?view=windowsserver2022-ps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・Get-UevTemplate
https://learn.microsoft.com/ja-jp/powershell/module/uev/get-uevtemplate/?view=windowsserver2022-ps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・uev モジュール 概要
https://learn.microsoft.com/ja-jp/powershell/module/uev/?view=windowsserver2022-ps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