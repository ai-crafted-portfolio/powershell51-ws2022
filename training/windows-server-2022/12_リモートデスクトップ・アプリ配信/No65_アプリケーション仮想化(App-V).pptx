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アプリケーション仮想化(App-V)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12. リモートデスクトップ・アプリ配信　&gt;　アプリ仮想化　&gt;　App-V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アプリケーション仮想化(App-V)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アプリ仮想化　&gt;　App-V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No.65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12. リモートデスクトップ・アプリ配信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アプリケーション仮想化(App-V)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アプリ仮想化　&gt;　App-V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No.65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RDS/VDIやアプリ仮想化で、デスクトップ・アプリケーションを集中配信する分類です。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appvclient/appvsequencerでアプリを仮想化配信。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appvclient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アプリケーション仮想化(App-V)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アプリ仮想化　&gt;　App-V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No.65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・App-V利用の有無確認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アプリケーション仮想化(App-V)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アプリ仮想化　&gt;　App-V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No.65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Get-AppvClientPackage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Add-AppvClientPackage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・Get-AppvClientPackage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・Add-AppvClientPackage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アプリケーション仮想化(App-V)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アプリ仮想化　&gt;　App-V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No.65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218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9256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Get-AppvClientPackage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Add-AppvClientPackage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Disable-Appv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Enable-Appv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Mount-AppvClientConnectionGroup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マウント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Publish-AppvClientPackage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発行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Remove-AppvClientConnectionGroup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Repair-AppvClientConnectionGroup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修復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Send-AppvClientReport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送信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7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Set-AppvClientConfiguration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アプリケーション仮想化(App-V)（続き）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アプリ仮想化　&gt;　App-V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No.65　／　12. リモートデスクトップ・アプリ配信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Start-AppvVirtualProcess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Stop-AppvClientConnectionGroup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Sync-AppvPublishingServer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同期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Unpublish-AppvClientPackage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9682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アプリケーション仮想化(App-V)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アプリ仮想化　&gt;　App-V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No.65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appvclient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appvsequencer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アプリケーション仮想化(App-V)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アプリ仮想化　&gt;　App-V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No.65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appvclient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appvclient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App-V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アプリケーション仮想化。アプリを分離して配信。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Get-AppvClientPackage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Get-AppvClientPackage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Add-AppvClientPackage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Add-AppvClientPackage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アプリケーション仮想化(App-V)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アプリ仮想化　&gt;　App-V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No.65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・Get-AppvClientPackage
https://learn.microsoft.com/ja-jp/powershell/module/appvclient/get-appvclientpackage/?view=windowsserver2022-ps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・Add-AppvClientPackage
https://learn.microsoft.com/ja-jp/powershell/module/appvclient/add-appvclientpackage/?view=windowsserver2022-ps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・appvclient モジュール 概要
https://learn.microsoft.com/ja-jp/powershell/module/appvclient/?view=windowsserver2022-ps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・appvsequencer モジュール 概要
https://learn.microsoft.com/ja-jp/powershell/module/appvsequencer/?view=windowsserver2022-ps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