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リモートデスクトップサービス(RDS)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12. リモートデスクトップ・アプリ配信　&gt;　RDS　&gt;　リモートデスクトップ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リモートデスクトップサービス(RDS)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RDS　&gt;　リモートデスクトップ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No.63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12. リモートデスクトップ・アプリ配信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リモートデスクトップサービス(RDS)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RDS　&gt;　リモートデスクトップ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No.63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RDS/VDIやアプリ仮想化で、デスクトップ・アプリケーションを集中配信する分類です。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remotedesktop/remotedesktopservicesでセッションホスト/ブローカー/Web/RemoteAppを構成。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remotedesktop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リモートデスクトップサービス(RDS)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RDS　&gt;　リモートデスクトップ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No.63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・RDS構成・ライセンスの確認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リモートデスクトップサービス(RDS)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RDS　&gt;　リモートデスクトップ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No.63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Get-RDServer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Get-RDSessionCollection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・Get-RDServer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・Get-RDSessionCollection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リモートデスクトップサービス(RDS)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RDS　&gt;　リモートデスクトップ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No.63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865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1834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Get-RDServer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Get-RDSessionCollection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Add-RDServer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Disable-RDVirtualDesktopADMachineAccountReuse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Disconnect-RDUser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切断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Enable-RDVirtualDesktopADMachineAccountReuse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Export-RDPersonalSessionDesktopAssignment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Grant-RDOUAccess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リモートデスクトップサービス(RDS)（続き）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RDS　&gt;　リモートデスクトップ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No.63　／　12. リモートデスクトップ・アプリ配信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2171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1024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024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Import-RDPersonalSessionDesktopAssignment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024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Invoke-RDUserLogoff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024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Move-RDVirtualDesktop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024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New-RDCertificate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024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Remove-RDDatabaseConnectionString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024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Send-RDUserMessage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送信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3604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リモートデスクトップサービス(RDS)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RDS　&gt;　リモートデスクトップ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No.63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remotedesktop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remotedesktopservices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リモートデスクトップサービス(RDS)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RDS　&gt;　リモートデスクトップ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No.63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remotedesktop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remotedesktop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リモートデスクトップサービス。セッション/RemoteApp/VDIを提供。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Get-RDServer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Get-RDServer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Get-RDSessionCollection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Get-RDSessionCollection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リモートデスクトップサービス(RDS)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RDS　&gt;　リモートデスクトップ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No.63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・Get-RDServer
https://learn.microsoft.com/ja-jp/powershell/module/remotedesktop/get-rdserver/?view=windowsserver2022-ps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・Get-RDSessionCollection
https://learn.microsoft.com/ja-jp/powershell/module/remotedesktop/get-rdsessioncollection/?view=windowsserver2022-ps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・remotedesktop モジュール 概要
https://learn.microsoft.com/ja-jp/powershell/module/remotedesktop/?view=windowsserver2022-ps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・remotedesktopservices モジュール 概要
https://learn.microsoft.com/ja-jp/powershell/module/remotedesktopservices/?view=windowsserver2022-ps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