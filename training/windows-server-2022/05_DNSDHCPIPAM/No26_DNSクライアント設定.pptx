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DNSクライアント設定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5. DNS/DHCP/IPAM　&gt;　DNS　&gt;　DNSクライアント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DNSクライアント設定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DNS　&gt;　DNSクライアント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No.26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5. DNS/DHCP/IPAM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DNSクライアント設定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DNS　&gt;　DNSクライアント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No.26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名前解決とIPアドレス配布というネットワークの根幹サービスと、その統合管理を扱う分類です。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dnsclientで名前解決設定・キャッシュ・診断。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dnsclient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DNSクライアント設定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DNS　&gt;　DNSクライアント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No.26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・クライアント解決設定の確認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DNSクライアント設定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DNS　&gt;　DNSクライアント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No.26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Resolve-DnsName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Get-DnsClientServerAddress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Clear-DnsClientCache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・Resolve-DnsName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・Get-DnsClientServerAddress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・Clear-DnsClientCache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DNSクライアント設定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DNS　&gt;　DNSクライアント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No.26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047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770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Resolve-DnsName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操作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Get-DnsClientServerAddress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Clear-DnsClientCache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Add-DnsClientDohServerAddress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Register-DnsClient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登録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Remove-DnsClientDohServerAddress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Set-DnsClient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Add-DnsClientNrptRule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Get-DnsClient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9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Get-DnsClientCache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DNSクライアント設定（続き）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DNS　&gt;　DNSクライアント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No.26　／　5. DNS/DHCP/IPAM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30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Get-DnsClientDohServerAddress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Get-DnsClientGlobalSetting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Get-DnsClientNrptGlobal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Get-DnsClientNrptPolicy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49682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DNSクライアント設定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DNS　&gt;　DNSクライアント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No.26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dnsclient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DNSクライアント設定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DNS　&gt;　DNSクライアント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No.26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dnsclient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dnsclient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DNS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名前解決サービス。ゾーンとレコードで構成。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Resolve-DnsName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Resolve-DnsName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Get-DnsClientServerAddress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Get-DnsClientServerAddress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DNSクライアント設定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DNS　&gt;　DNSクライアント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No.26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・Resolve-DnsName
https://learn.microsoft.com/ja-jp/powershell/module/dnsclient/resolve-dnsname/?view=windowsserver2022-ps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・Get-DnsClientServerAddress
https://learn.microsoft.com/ja-jp/powershell/module/dnsclient/get-dnsclientserveraddress/?view=windowsserver2022-ps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・Clear-DnsClientCache
https://learn.microsoft.com/ja-jp/powershell/module/dnsclient/clear-dnsclientcache/?view=windowsserver2022-ps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・dnsclient モジュール 概要
https://learn.microsoft.com/ja-jp/powershell/module/dnsclient/?view=windowsserver2022-ps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