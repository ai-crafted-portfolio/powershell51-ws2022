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IPアドレス管理(IPAM)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5. DNS/DHCP/IPAM　&gt;　IPAM　&gt;　IPアドレス管理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IPアドレス管理(IPAM)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IPAM　&gt;　IPアドレス管理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No.28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5. DNS/DHCP/IPAM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IPアドレス管理(IPAM)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IPAM　&gt;　IPアドレス管理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No.28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名前解決とIPアドレス配布というネットワークの根幹サービスと、その統合管理を扱う分類です。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ipamserverでDNS/DHCP/IPアドレス空間を統合管理・監査。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ipamserver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IPアドレス管理(IPAM)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IPAM　&gt;　IPアドレス管理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No.28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・IP管理の集中化有無確認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IPアドレス管理(IPAM)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IPAM　&gt;　IPアドレス管理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No.28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Get-IpamAddress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Get-IpamRange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・Get-IpamAddress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・Get-IpamRange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IPアドレス管理(IPAM)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IPAM　&gt;　IPアドレス管理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No.28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Get-IpamAddress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Get-IpamRange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Add-IpamAddress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Disable-IpamCapability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Enable-IpamCapability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Export-IpamAddress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Find-IpamFreeAddress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検索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Import-IpamAddress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インポート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Invoke-IpamGpoProvisioning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実行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Move-IpamDatabase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移動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Remove-IpamAddress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IPアドレス管理(IPAM)（続き）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IPAM　&gt;　IPアドレス管理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No.28　／　5. DNS/DHCP/IPAM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Rename-IpamCustomField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名前変更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Set-IpamAccessScope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Update-IpamServer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更新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IPアドレス管理(IPAM)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IPAM　&gt;　IPアドレス管理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No.28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ipamserver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IPアドレス管理(IPAM)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IPAM　&gt;　IPアドレス管理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No.28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6715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3394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3394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ipamserver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ipamserver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3394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3394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DNS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役割（固定名）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名前解決サービス。ゾーンとレコードで構成。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3394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DHCP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役割（固定名）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IPアドレス自動配布サービス。スコープで範囲を定義。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3394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IPAM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IPアドレス管理。DNS/DHCP/アドレス空間を統合管理。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3394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Get-IpamAddress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Get-IpamAddress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3395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Get-IpamRange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Get-IpamRange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IPアドレス管理(IPAM)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DNS/DHCP/IPAM　&gt;　IPAM　&gt;　IPアドレス管理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No.28　／　5. DNS/DHCP/IPAM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・Get-IpamAddress
https://learn.microsoft.com/ja-jp/powershell/module/ipamserver/get-ipamaddress/?view=windowsserver2022-ps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・Get-IpamRange
https://learn.microsoft.com/ja-jp/powershell/module/ipamserver/get-ipamrange/?view=windowsserver2022-ps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・ipamserver モジュール 概要
https://learn.microsoft.com/ja-jp/powershell/module/ipamserver/?view=windowsserver2022-ps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