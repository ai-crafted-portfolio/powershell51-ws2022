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DNSサーバーの構成・ゾーン管理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5. DNS/DHCP/IPAM　&gt;　DNS　&gt;　DNSサーバー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DNSサーバーの構成・ゾーン管理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DNS　&gt;　DNSサーバー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No.25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5. DNS/DHCP/IPAM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DNSサーバーの構成・ゾーン管理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DNS　&gt;　DNSサーバー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No.25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名前解決とIPアドレス配布というネットワークの根幹サービスと、その統合管理を扱う分類です。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dnsserverでゾーン(正引き/逆引き/AD統合)、レコード、フォワーダーを管理。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dnsserver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DNSサーバーの構成・ゾーン管理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DNS　&gt;　DNSサーバー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No.25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・名前解決基盤の確認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DNSサーバーの構成・ゾーン管理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DNS　&gt;　DNSサーバー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No.25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Get-DnsServerZone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Add-DnsServerResourceRecordA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Get-DnsServerForwarder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・Get-DnsServerZone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・Add-DnsServerResourceRecordA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・Get-DnsServerForwarder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DNSサーバーの構成・ゾーン管理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DNS　&gt;　DNSサーバー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No.25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218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9256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Get-DnsServerZone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Add-DnsServerResourceRecordA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Get-DnsServerForwarder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Clear-DnsServerCache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ConvertTo-DnsServerPrimaryZone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Disable-DnsServerPolicy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Enable-DnsServerPolicy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Export-DnsServerDnsSecPublicKey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Import-DnsServerResourceRecordDS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7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Invoke-DnsServerSigningKeyRollover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DNSサーバーの構成・ゾーン管理（続き）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DNS　&gt;　DNSサーバー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No.25　／　5. DNS/DHCP/IPAM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648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2969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Register-DnsServerDirectoryPartition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登録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Remove-DnsServerClientSubnet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Add-DnsServerClientSubnet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Add-DnsServerConditionalForwarderZone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83718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DNSサーバーの構成・ゾーン管理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DNS　&gt;　DNSサーバー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No.25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dnsserver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%SystemRoot%\System32\dns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DNSサーバーの構成・ゾーン管理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DNS　&gt;　DNSサーバー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No.25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dnsserver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dnsserver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DNS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名前解決サービス。ゾーンとレコードで構成。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Get-DnsServerZone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Get-DnsServerZone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Add-DnsServerResourceRecordA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Add-DnsServerResourceRecordA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DNSサーバーの構成・ゾーン管理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DNS　&gt;　DNSサーバー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No.25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・Get-DnsServerZone
https://learn.microsoft.com/ja-jp/powershell/module/dnsserver/get-dnsserverzone/?view=windowsserver2022-ps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・Add-DnsServerResourceRecordA
https://learn.microsoft.com/ja-jp/powershell/module/dnsserver/add-dnsserverresourcerecorda/?view=windowsserver2022-ps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・Get-DnsServerForwarder
https://learn.microsoft.com/ja-jp/powershell/module/dnsserver/get-dnsserverforwarder/?view=windowsserver2022-ps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・dnsserver モジュール 概要
https://learn.microsoft.com/ja-jp/powershell/module/dnsserver/?view=windowsserver2022-ps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