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DHCPサーバーとスコープ管理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5. DNS/DHCP/IPAM　&gt;　DHCP　&gt;　DHCPサーバー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DHCPサーバーとスコープ管理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DNS/DHCP/IPAM　&gt;　DHCP　&gt;　DHCPサーバー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No.27　／　5. DNS/DHCP/IPAM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5. DNS/DHCP/IPAM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DHCPサーバーとスコープ管理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DNS/DHCP/IPAM　&gt;　DHCP　&gt;　DHCPサーバー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No.27　／　5. DNS/DHCP/IPAM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名前解決とIPアドレス配布というネットワークの根幹サービスと、その統合管理を扱う分類です。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dhcpserverでスコープ/予約/オプション/フェイルオーバーを管理。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dhcpserver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DHCPサーバーとスコープ管理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DNS/DHCP/IPAM　&gt;　DHCP　&gt;　DHCPサーバー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No.27　／　5. DNS/DHCP/IPAM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・アドレス配布の確認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DHCPサーバーとスコープ管理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DNS/DHCP/IPAM　&gt;　DHCP　&gt;　DHCPサーバー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No.27　／　5. DNS/DHCP/IPAM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707898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Get-DhcpServerv4Scope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Add-DhcpServerv4Scope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Get-DhcpServerv4Lease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1004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03678"/>
            <a:ext cx="8229600" cy="65303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・Get-DhcpServerv4Scope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・Add-DhcpServerv4Scope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・Get-DhcpServerv4Lease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DHCPサーバーとスコープ管理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DNS/DHCP/IPAM　&gt;　DHCP　&gt;　DHCPサーバー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No.27　／　5. DNS/DHCP/IPAM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0479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7709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Get-DhcpServerv4Scope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Add-DhcpServerv4Scope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Get-DhcpServerv4Lease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Backup-DhcpServer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バックアップ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Export-DhcpServer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エクスポート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Import-DhcpServer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インポート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Invoke-DhcpServerv4FailoverReplication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実行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Remove-DhcpServerDnsCredential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Add-DhcpServerInDC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9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Add-DhcpServerSecurityGroup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DHCPサーバーとスコープ管理（続き）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DNS/DHCP/IPAM　&gt;　DHCP　&gt;　DHCPサーバー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No.27　／　5. DNS/DHCP/IPAM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308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Add-DhcpServerv4Class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Add-DhcpServerv4ExclusionRange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Add-DhcpServerv4Failover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Add-DhcpServerv4FailoverScope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49682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DHCPサーバーとスコープ管理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DNS/DHCP/IPAM　&gt;　DHCP　&gt;　DHCPサーバー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No.27　／　5. DNS/DHCP/IPAM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784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dhcpserver 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DHCPデータベース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28625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DHCPサーバーとスコープ管理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DNS/DHCP/IPAM　&gt;　DHCP　&gt;　DHCPサーバー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No.27　／　5. DNS/DHCP/IPAM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1653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60891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dhcpserver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dhcpserver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DHCP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役割（固定名）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IPアドレス自動配布サービス。スコープで範囲を定義。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Get-DhcpServerv4Scope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Get-DhcpServerv4Scope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60895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Add-DhcpServerv4Scope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Add-DhcpServerv4Scope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DHCPサーバーとスコープ管理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DNS/DHCP/IPAM　&gt;　DHCP　&gt;　DHCPサーバー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No.27　／　5. DNS/DHCP/IPAM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15188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・Get-DhcpServerv4Scope
https://learn.microsoft.com/ja-jp/powershell/module/dhcpserver/get-dhcpserverv4scope/?view=windowsserver2022-ps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・Add-DhcpServerv4Scope
https://learn.microsoft.com/ja-jp/powershell/module/dhcpserver/add-dhcpserverv4scope/?view=windowsserver2022-ps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・Get-DhcpServerv4Lease
https://learn.microsoft.com/ja-jp/powershell/module/dhcpserver/get-dhcpserverv4lease/?view=windowsserver2022-ps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・dhcpserver モジュール 概要
https://learn.microsoft.com/ja-jp/powershell/module/dhcpserver/?view=windowsserver2022-ps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2585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