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Hyper-V仮想化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Windows標準の仮想化基盤。仮想マシン・仮想ディスク・仮想スイッチ・可用性・保護を扱う分類です。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hyper-vでVM/世代/状態/チェックポイントを管理。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hyper-v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・VM構成・世代の確認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Get-VM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New-VM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Start-VM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Checkpoint-VM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・Start-VM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・Checkpoint-VM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Add-VMAssignableDevice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Complete-VMFailover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Connect-VMNetworkAdapter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Convert-VHD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Copy-VMFile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Disable-VMConsoleSupport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Disconnect-VMNetworkAdapter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Dismount-VHD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VM構成(.vmcx)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18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4549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hyper-v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Windowsの仮想化基盤。VM/仮想スイッチ/仮想ディスクを管理。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VMの時点状態を保存/復元(スナップショット)。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Get-VM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New-VM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・Get-VM
https://learn.microsoft.com/ja-jp/powershell/module/hyper-v/get-vm/?view=windowsserver2022-ps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・New-VM
https://learn.microsoft.com/ja-jp/powershell/module/hyper-v/new-vm/?view=windowsserver2022-ps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・Start-VM
https://learn.microsoft.com/ja-jp/powershell/module/hyper-v/start-vm/?view=windowsserver2022-ps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・Checkpoint-VM
https://learn.microsoft.com/ja-jp/powershell/module/hyper-v/checkpoint-vm/?view=windowsserver2022-ps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・hyper-v モジュール 概要
https://learn.microsoft.com/ja-jp/powershell/module/hyper-v/?view=windowsserver2022-ps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仮想マシンの作成・管理(Hyper-V)（続き）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VM　&gt;　仮想マシン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No.58　／　11. Hyper-V仮想化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