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シールドVMとホストガーディアン(HGS)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11. Hyper-V仮想化　&gt;　セキュリティ　&gt;　Guarded 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シールドVMとホストガーディアン(HGS)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セキュリティ　&gt;　Guarded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No.62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11. Hyper-V仮想化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シールドVMとホストガーディアン(HGS)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セキュリティ　&gt;　Guarded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No.62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Windows標準の仮想化基盤。仮想マシン・仮想ディスク・仮想スイッチ・可用性・保護を扱う分類です。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shieldedvm*/hgs*でシールドVM・保護ファブリックを構成。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hgsserver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シールドVMとホストガーディアン(HGS)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セキュリティ　&gt;　Guarded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No.62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・シールドVM採用の有無確認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シールドVMとホストガーディアン(HGS)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セキュリティ　&gt;　Guarded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No.62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Get-HgsServer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Get-HgsAttestationHostGroup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・Get-HgsServer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・Get-HgsAttestationHostGroup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シールドVMとホストガーディアン(HGS)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セキュリティ　&gt;　Guarded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No.62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Get-HgsServer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Get-HgsAttestationHostGroup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Clear-HgsServer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Export-HgsServerState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Import-HgsServerState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Initialize-HgsServer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初期化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Install-HgsServer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Set-HgsServer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Test-HgsServer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テスト・検証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Uninstall-HgsServer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アンインストール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ConvertTo-HgsKeyProtector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シールドVMとホストガーディアン(HGS)（続き）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セキュリティ　&gt;　Guarded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No.62　／　11. Hyper-V仮想化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Grant-HgsKeyProtectorAccess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権限付与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New-HgsGuardian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Remove-HgsGuardian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シールドVMとホストガーディアン(HGS)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セキュリティ　&gt;　Guarded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No.62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30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hgsserver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hgsclient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hgsattestation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shieldedvmcmdlets 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80949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シールドVMとホストガーディアン(HGS)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セキュリティ　&gt;　Guarded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No.62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hgsserver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hgsserver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シールドVM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保護ファブリックで暗号化/保護された仮想マシン。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Get-HgsServer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Get-HgsServer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Get-HgsAttestationHostGroup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Get-HgsAttestationHostGroup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シールドVMとホストガーディアン(HGS)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セキュリティ　&gt;　Guarded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No.62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・Get-HgsServer
https://learn.microsoft.com/ja-jp/powershell/module/hgsserver/get-hgsserver/?view=windowsserver2022-ps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・Get-HgsAttestationHostGroup
https://learn.microsoft.com/ja-jp/powershell/module/hgsattestation/get-hgsattestationhostgroup/?view=windowsserver2022-ps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・hgsserver モジュール 概要
https://learn.microsoft.com/ja-jp/powershell/module/hgsserver/?view=windowsserver2022-ps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・hgsclient モジュール 概要
https://learn.microsoft.com/ja-jp/powershell/module/hgsclient/?view=windowsserver2022-ps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