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仮想スイッチ/仮想NIC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11. Hyper-V仮想化　&gt;　ネットワーク　&gt;　仮想スイッチ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仮想スイッチ/仮想NIC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ネットワーク　&gt;　仮想スイッチ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No.60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11. Hyper-V仮想化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仮想スイッチ/仮想NIC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ネットワーク　&gt;　仮想スイッチ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No.60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Windows標準の仮想化基盤。仮想マシン・仮想ディスク・仮想スイッチ・可用性・保護を扱う分類です。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External/Internal/Privateの仮想スイッチとVMネットワーク接続。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hyper-v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仮想スイッチ/仮想NIC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ネットワーク　&gt;　仮想スイッチ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No.60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・仮想NW構成の確認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仮想スイッチ/仮想NIC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ネットワーク　&gt;　仮想スイッチ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No.60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Get-VMSwitch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New-VMSwitch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Get-VMNetworkAdapter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・Get-VMSwitch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・New-VMSwitch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・Get-VMNetworkAdapter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仮想スイッチ/仮想NIC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ネットワーク　&gt;　仮想スイッチ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No.60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Get-VMSwitch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New-VMSwitch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Get-VMNetworkAdapter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Add-VMAssignableDevice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Checkpoint-VM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Compare-VM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比較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Complete-VMFailover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Connect-VMNetworkAdapter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接続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Convert-VHD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Copy-VMFile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Debug-VM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仮想スイッチ/仮想NIC（続き）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ネットワーク　&gt;　仮想スイッチ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No.60　／　11. Hyper-V仮想化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Disable-VMConsoleSupport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Disconnect-VMNetworkAdapter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切断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Dismount-VHD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マウント解除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仮想スイッチ/仮想NIC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ネットワーク　&gt;　仮想スイッチ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No.60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hyper-v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仮想スイッチ/仮想NIC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ネットワーク　&gt;　仮想スイッチ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No.60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hyper-v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hyper-v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仮想スイッチ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設定オブジェクト（任意名）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VMを接続する仮想NW(External/Internal/Private)。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Get-VMSwitch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Get-VMSwitch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New-VMSwitch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New-VMSwitch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仮想スイッチ/仮想NIC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Hyper-V仮想化　&gt;　ネットワーク　&gt;　仮想スイッチ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No.60　／　11. Hyper-V仮想化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・Get-VMSwitch
https://learn.microsoft.com/ja-jp/powershell/module/hyper-v/get-vmswitch/?view=windowsserver2022-ps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・New-VMSwitch
https://learn.microsoft.com/ja-jp/powershell/module/hyper-v/new-vmswitch/?view=windowsserver2022-ps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・Get-VMNetworkAdapter
https://learn.microsoft.com/ja-jp/powershell/module/hyper-v/get-vmnetworkadapter/?view=windowsserver2022-ps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・hyper-v モジュール 概要
https://learn.microsoft.com/ja-jp/powershell/module/hyper-v/?view=windowsserver2022-ps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