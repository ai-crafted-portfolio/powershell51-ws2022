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Hyper-V仮想化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Windows標準の仮想化基盤。仮想マシン・仮想ディスク・仮想スイッチ・可用性・保護を扱う分類です。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VMレプリカによるDR、ライブマイグレーションで無停止移動。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hyper-v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・DR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・移動方式の確認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Enable-VMReplication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Move-VM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・Enable-VMReplication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・Move-VM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Enable-VMReplication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Add-VMAssignableDevice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Complete-VMFailover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Connect-VMNetworkAdapter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Convert-VHD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Copy-VMFile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Disable-VMConsoleSupport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Disconnect-VMNetworkAdapter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Dismount-VHD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hyper-v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Windowsの仮想化基盤。VM/仮想スイッチ/仮想ディスクを管理。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Enable-VMReplication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Enable-VMReplication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Move-VM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Hyper-Vレプリカとライブマイグレーション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可用性　&gt;　レプリカ/ライブ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No.61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・Enable-VMReplication
https://learn.microsoft.com/ja-jp/powershell/module/hyper-v/enable-vmreplication/?view=windowsserver2022-ps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・Move-VM
https://learn.microsoft.com/ja-jp/powershell/module/hyper-v/move-vm/?view=windowsserver2022-ps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・hyper-v モジュール 概要
https://learn.microsoft.com/ja-jp/powershell/module/hyper-v/?view=windowsserver2022-ps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