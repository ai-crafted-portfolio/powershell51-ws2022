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仮想ハードディスク(VHD/VHDX)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11. Hyper-V仮想化　&gt;　ストレージ　&gt;　仮想ディスク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仮想ハードディスク(VHD/VHDX)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ストレージ　&gt;　仮想ディスク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No.59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11. Hyper-V仮想化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仮想ハードディスク(VHD/VHDX)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ストレージ　&gt;　仮想ディスク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No.59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Windows標準の仮想化基盤。仮想マシン・仮想ディスク・仮想スイッチ・可用性・保護を扱う分類です。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VHD/VHDXの作成・接続・最適化。差分ディスク。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hyper-v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仮想ハードディスク(VHD/VHDX)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ストレージ　&gt;　仮想ディスク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No.59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・仮想ディスク構成の確認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仮想ハードディスク(VHD/VHDX)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ストレージ　&gt;　仮想ディスク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No.59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New-VHD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Get-VHD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Add-VMHardDiskDrive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・New-VHD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・Get-VHD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・Add-VMHardDiskDrive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仮想ハードディスク(VHD/VHDX)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ストレージ　&gt;　仮想ディスク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No.59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New-VHD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Get-VHD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Add-VMHardDiskDrive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Checkpoint-VM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Compare-VM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Complete-VMFailover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Connect-VMNetworkAdapter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接続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Convert-VHD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Copy-VMFile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Debug-VM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Disable-VMConsoleSupport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仮想ハードディスク(VHD/VHDX)（続き）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ストレージ　&gt;　仮想ディスク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No.59　／　11. Hyper-V仮想化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Disconnect-VMNetworkAdapter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切断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Dismount-VHD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マウント解除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Enable-VMConsoleSupport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仮想ハードディスク(VHD/VHDX)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ストレージ　&gt;　仮想ディスク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No.59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hyper-v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*.vhdx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仮想ハードディスク(VHD/VHDX)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ストレージ　&gt;　仮想ディスク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No.59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hyper-v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hyper-v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New-VHD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New-VHD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Get-VHD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Get-VHD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仮想ハードディスク(VHD/VHDX)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ストレージ　&gt;　仮想ディスク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No.59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・New-VHD
https://learn.microsoft.com/ja-jp/powershell/module/hyper-v/new-vhd/?view=windowsserver2022-ps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・Get-VHD
https://learn.microsoft.com/ja-jp/powershell/module/hyper-v/get-vhd/?view=windowsserver2022-ps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・Add-VMHardDiskDrive
https://learn.microsoft.com/ja-jp/powershell/module/hyper-v/add-vmharddiskdrive/?view=windowsserver2022-ps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・hyper-v モジュール 概要
https://learn.microsoft.com/ja-jp/powershell/module/hyper-v/?view=windowsserver2022-ps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