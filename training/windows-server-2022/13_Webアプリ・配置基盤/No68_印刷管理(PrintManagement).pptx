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13. Web/アプリ・配置基盤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IIS・印刷・OS展開・更新配布など、アプリと配置を支える基盤サービスを扱う分類です。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printmanagementでプリンター/ドライバー/ポート/キューを管理。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printmanagement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・印刷基盤の確認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Get-Printer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Add-Printer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Get-PrintJob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・Get-Printer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・Add-Printer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・Get-PrintJob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Get-Printer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Add-Printer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Get-PrintJob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Read-PrinterNfcTag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読み取り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Remove-Printer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Rename-Printer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Restart-PrintJob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再起動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Resume-PrintJob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Set-PrintConfiguration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Suspend-PrintJob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中断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Write-PrinterNfcTag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書き込み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Add-PrinterDriver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Add-PrinterPort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Get-PrintConfiguration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printmanagement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printmanagement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printmanagement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Get-Printer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Get-Printer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Add-Printer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Add-Printer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印刷管理(PrintManagement)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印刷　&gt;　印刷サーバー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No.68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・Get-Printer
https://learn.microsoft.com/ja-jp/powershell/module/printmanagement/get-printer/?view=windowsserver2022-ps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・Add-Printer
https://learn.microsoft.com/ja-jp/powershell/module/printmanagement/add-printer/?view=windowsserver2022-ps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・Get-PrintJob
https://learn.microsoft.com/ja-jp/powershell/module/printmanagement/get-printjob/?view=windowsserver2022-ps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・printmanagement モジュール 概要
https://learn.microsoft.com/ja-jp/powershell/module/printmanagement/?view=windowsserver2022-ps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