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13. Web/アプリ・配置基盤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IIS・印刷・OS展開・更新配布など、アプリと配置を支える基盤サービスを扱う分類です。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updateservicesで社内の更新プログラム承認/配布を管理。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updateservices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・パッチ配布経路の確認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Get-WsusServer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Get-WsusUpdate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Approve-WsusUpdate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・Get-WsusServer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・Get-WsusUpdate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・Approve-WsusUpdate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Get-WsusUpdate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Approve-WsusUpdate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承認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Add-WsusComputer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Deny-WsusUpdate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拒否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Invoke-WsusServerCleanup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Remove-WsusDynamicCategory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Set-WsusClassification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Add-WsusDynamicCategory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Get-WsusClassification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Get-WsusDynamicCategory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Get-WsusProduct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Set-WsusDynamicCategory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updateservices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SUSDB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updateservices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updateservices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WSUS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社内更新プログラム配布サービス。承認して配布。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Get-WsusServer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Get-WsusUpdate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Get-WsusUpdate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更新プログラム管理(WSUS)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更新配布　&gt;　WSUS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No.70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・Get-WsusServer
https://learn.microsoft.com/ja-jp/powershell/module/updateservices/get-wsusserver/?view=windowsserver2022-ps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・Get-WsusUpdate
https://learn.microsoft.com/ja-jp/powershell/module/updateservices/get-wsusupdate/?view=windowsserver2022-ps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・Approve-WsusUpdate
https://learn.microsoft.com/ja-jp/powershell/module/updateservices/approve-wsusupdate/?view=windowsserver2022-ps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・updateservices モジュール 概要
https://learn.microsoft.com/ja-jp/powershell/module/updateservices/?view=windowsserver2022-ps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