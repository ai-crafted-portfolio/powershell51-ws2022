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・4. グループポリシー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13. Web/アプリ・配置基盤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IIS・印刷・OS展開・更新配布など、アプリと配置を支える基盤サービスを扱う分類です。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463295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webadministration/iisadministrationでサイト/アプリプール/バインド/SSLを管理。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0675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19426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webadministration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・公開サイト構成の確認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707898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Get-Website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Get-IISSite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Get-WebBinding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1004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03678"/>
            <a:ext cx="8229600" cy="65303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・Get-Website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・Get-IISSite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・Get-WebBinding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Get-Website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Get-IISSite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Get-WebBinding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Add-WebConfiguration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追加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Backup-WebConfiguration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バックアップ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Clear-WebCentralCertProvider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クリア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ConvertTo-WebApplication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変換(出力)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Disable-WebCentralCertProvider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無効化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Enable-WebCentralCertProvider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有効化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New-WebApplication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Remove-WebApplication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　／　13. Web/アプリ・配置基盤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Rename-WebConfigurationLocation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Restart-WebAppPool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再起動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Restore-WebConfiguration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1216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304165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webadministration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iisadministration 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04165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%SystemRoot%\System32\inetsrv\config\applicationHost.config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7180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32702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87836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webadministration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webadministration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IIS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役割（固定名）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Windowsの標準Webサーバー。サイト/アプリプール/バインドで構成。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87836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Get-Website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Get-Website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8784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Get-IISSite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Get-IISSite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　／　13. Web/アプリ・配置基盤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・Get-Website
https://learn.microsoft.com/ja-jp/powershell/module/webadministration/get-website/?view=windowsserver2022-ps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・Get-IISSite
https://learn.microsoft.com/ja-jp/powershell/module/iisadministration/get-iissite/?view=windowsserver2022-ps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・Get-WebBinding
https://learn.microsoft.com/ja-jp/powershell/module/webadministration/get-webbinding/?view=windowsserver2022-ps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・webadministration モジュール 概要
https://learn.microsoft.com/ja-jp/powershell/module/webadministration/?view=windowsserver2022-ps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・iisadministration モジュール 概要
https://learn.microsoft.com/ja-jp/powershell/module/iisadministration/?view=windowsserver2022-ps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Webサーバー(IIS)（続き）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13. Web/アプリ・配置基盤　&gt;　IIS　&gt;　Webサーバー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No.67　／　13. Web/アプリ・配置基盤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