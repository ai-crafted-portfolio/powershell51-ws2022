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Windows展開サービス(WDS)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13. Web/アプリ・配置基盤　&gt;　OS配置　&gt;　WDS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Windows展開サービス(WDS)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OS配置　&gt;　WDS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No.69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13. Web/アプリ・配置基盤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Windows展開サービス(WDS)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OS配置　&gt;　WDS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No.69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IIS・印刷・OS展開・更新配布など、アプリと配置を支える基盤サービスを扱う分類です。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wdsでPXEブートによるOSイメージ配布を管理。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wds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Windows展開サービス(WDS)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OS配置　&gt;　WDS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No.69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・キッティング方式の確認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Windows展開サービス(WDS)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OS配置　&gt;　WDS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No.69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Get-WdsClient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Get-WdsBootImage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・Get-WdsClient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・Get-WdsBootImage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Windows展開サービス(WDS)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OS配置　&gt;　WDS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No.69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Get-WdsClient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Get-WdsBootImage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Add-WdsDriverPackage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Approve-WdsClient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承認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Copy-WdsInstallImage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コピー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Deny-WdsClient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拒否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Disable-WdsBootImage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Disconnect-WdsMulticastClient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切断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Enable-WdsBootImage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Export-WdsBootImage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Import-WdsBootImage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Windows展開サービス(WDS)（続き）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OS配置　&gt;　WDS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No.69　／　13. Web/アプリ・配置基盤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New-WdsClient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Remove-WdsBootImage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Set-WdsBootImage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Windows展開サービス(WDS)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OS配置　&gt;　WDS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No.69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wds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RemoteInstall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Windows展開サービス(WDS)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OS配置　&gt;　WDS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No.69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4184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4549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wds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wds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WDS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役割（固定名）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Windows展開サービス。PXEブートでOS配布。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PXEブート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方式（固定名）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ネットワーク経由でブートしOSを配布する方式。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Get-WdsClient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Get-WdsClient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549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Get-WdsBootImage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Get-WdsBootImage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Windows展開サービス(WDS)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OS配置　&gt;　WDS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No.69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・Get-WdsClient
https://learn.microsoft.com/ja-jp/powershell/module/wds/get-wdsclient/?view=windowsserver2022-ps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・Get-WdsBootImage
https://learn.microsoft.com/ja-jp/powershell/module/wds/get-wdsbootimage/?view=windowsserver2022-ps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・wds モジュール 概要
https://learn.microsoft.com/ja-jp/powershell/module/wds/?view=windowsserver2022-ps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