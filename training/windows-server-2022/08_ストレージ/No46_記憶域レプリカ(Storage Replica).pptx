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記憶域レプリカ(Storage Replica)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8. ストレージ　&gt;　可用性　&gt;　記憶域レプリカ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記憶域レプリカ(Storage Replica)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可用性　&gt;　記憶域レプリカ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No.46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8. ストレージ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記憶域レプリカ(Storage Replica)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可用性　&gt;　記憶域レプリカ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No.46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ディスク・記憶域・共有・重複除去・レプリカなど、サーバーのストレージ運用全般を扱う分類です。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storagereplicaでボリューム/サーバー間の同期/非同期複製によりDRを実現。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storagereplica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記憶域レプリカ(Storage Replica)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可用性　&gt;　記憶域レプリカ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No.46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・ボリューム複製の有無確認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記憶域レプリカ(Storage Replica)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可用性　&gt;　記憶域レプリカ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No.46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Get-SRPartnership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New-SRPartnership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・Get-SRPartnership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・New-SRPartnership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記憶域レプリカ(Storage Replica)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可用性　&gt;　記憶域レプリカ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No.46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Get-SRPartnership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New-SRPartnership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Clear-SRMetadata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Dismount-SRDestination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マウント解除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Export-SRConfiguration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エクスポート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Grant-SRAccess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権限付与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Mount-SRDestination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マウント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Remove-SRGroup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Revoke-SRAccess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権限取消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Set-SRGroup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Suspend-SRGroup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中断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記憶域レプリカ(Storage Replica)（続き）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可用性　&gt;　記憶域レプリカ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No.46　／　8. ストレージ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Sync-SRGroup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同期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Test-SRTopology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テスト・検証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Get-SRAccess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記憶域レプリカ(Storage Replica)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可用性　&gt;　記憶域レプリカ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No.46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storagereplica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記憶域レプリカ(Storage Replica)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可用性　&gt;　記憶域レプリカ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No.46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9122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244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storagereplica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storagereplica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Get-SRPartnership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Get-SRPartnership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5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New-SRPartnership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New-SRPartnership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記憶域レプリカ(Storage Replica)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可用性　&gt;　記憶域レプリカ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No.46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・Get-SRPartnership
https://learn.microsoft.com/ja-jp/powershell/module/storagereplica/get-srpartnership/?view=windowsserver2022-ps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・New-SRPartnership
https://learn.microsoft.com/ja-jp/powershell/module/storagereplica/new-srpartnership/?view=windowsserver2022-ps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・storagereplica モジュール 概要
https://learn.microsoft.com/ja-jp/powershell/module/storagereplica/?view=windowsserver2022-ps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