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ストレージ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ディスク・記憶域・共有・重複除去・レプリカなど、サーバーのストレージ運用全般を扱う分類です。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iscsiでイニシエーター、iscsitargetでソフトウェアターゲットを構成。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iscsi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・ブロックストレージ利用の確認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Get-IscsiTarget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Connect-IscsiTarget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Get-IscsiServerTarget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・Get-IscsiTarget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・Connect-IscsiTarget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・Get-IscsiServerTarget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87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Get-IscsiTarget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Connect-IscsiTarget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接続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Get-IscsiServerTarget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Disconnect-IscsiTarget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New-IscsiTargetPortal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Register-IscsiSession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Remove-IscsiTargetPortal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Set-IscsiChapSecret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Unregister-IscsiSession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登録解除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Update-IscsiTarget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　／　8. ストレージ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64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29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Add-IscsiVirtualDiskTargetMapping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Checkpoint-IscsiVirtualDisk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Convert-IscsiVirtualDisk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Dismount-IscsiVirtualDiskSnapshot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マウント解除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371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iscsi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iscsitarget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iscsi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iscsi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iSCSI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規格（固定名）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IP網上のブロックストレージ接続。イニシエーター/ターゲット。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Get-IscsiTarget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Get-IscsiTarget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Connect-IscsiTarget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Connect-IscsiTarget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・Get-IscsiTarget
https://learn.microsoft.com/ja-jp/powershell/module/iscsi/get-iscsitarget/?view=windowsserver2022-ps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・Connect-IscsiTarget
https://learn.microsoft.com/ja-jp/powershell/module/iscsi/connect-iscsitarget/?view=windowsserver2022-ps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・Get-IscsiServerTarget
https://learn.microsoft.com/ja-jp/powershell/module/iscsitarget/get-iscsiservertarget/?view=windowsserver2022-ps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・iscsi モジュール 概要
https://learn.microsoft.com/ja-jp/powershell/module/iscsi/?view=windowsserver2022-ps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・iscsitarget モジュール 概要
https://learn.microsoft.com/ja-jp/powershell/module/iscsitarget/?view=windowsserver2022-ps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iSCSIイニシエーター/ターゲット（続き）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iSCSI　&gt;　iSCSI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No.44　／　8. ストレージ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