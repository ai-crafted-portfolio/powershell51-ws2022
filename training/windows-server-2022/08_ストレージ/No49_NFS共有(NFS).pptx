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8. ストレージ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ディスク・記憶域・共有・重複除去・レプリカなど、サーバーのストレージ運用全般を扱う分類です。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nfsでUNIX/Linux向けNFSエクスポート/マッピングを構成。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nfs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・異機種共有の要否確認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520700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Get-NfsShare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New-NfsShare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03805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316480"/>
            <a:ext cx="8229600" cy="447548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・Get-NfsShare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・New-NfsShare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Get-NfsShare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New-NfsShare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Disconnect-NfsSession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切断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Grant-NfsSharePermission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権限付与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Install-NfsMappingStore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インストール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Remove-NfsClientgroup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Rename-NfsClientgroup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Reset-NfsStatistics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リセット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Resolve-NfsMappedIdentity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操作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Revoke-NfsClientLock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権限取消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Set-NfsClientConfiguration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Test-NfsMappedIdentity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テスト・検証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Get-NfsClientConfiguration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Get-NfsClientgroup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523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nfs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024633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nfs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nfs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NFS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プロトコル（固定名）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UNIX/Linux系のファイル共有プロトコル。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Get-NfsShare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Get-NfsShare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New-NfsShare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New-NfsShare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NFS共有(NFS)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8. ストレージ　&gt;　共有　&gt;　NFS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No.49　／　8. ストレージ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6230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・Get-NfsShare
https://learn.microsoft.com/ja-jp/powershell/module/nfs/get-nfsshare/?view=windowsserver2022-ps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・New-NfsShare
https://learn.microsoft.com/ja-jp/powershell/module/nfs/new-nfsshare/?view=windowsserver2022-ps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・nfs モジュール 概要
https://learn.microsoft.com/ja-jp/powershell/module/nfs/?view=windowsserver2022-ps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097022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