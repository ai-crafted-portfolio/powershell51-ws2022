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ファイルサーバーリソースマネージャー(FSRM)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ストレージ　&gt;　管理　&gt;　FSRM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ファイルサーバーリソースマネージャー(FSRM)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管理　&gt;　FSRM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No.50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ストレージ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ファイルサーバーリソースマネージャー(FSRM)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管理　&gt;　FSRM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No.50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ディスク・記憶域・共有・重複除去・レプリカなど、サーバーのストレージ運用全般を扱う分類です。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fileserverresourcemanagerでクォータ/ファイルスクリーン/分類/レポートを管理。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102743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fileserverresourcemanager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ファイルサーバーリソースマネージャー(FSRM)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管理　&gt;　FSRM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No.50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・容量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・利用制御の確認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ファイルサーバーリソースマネージャー(FSRM)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管理　&gt;　FSRM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No.50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Get-FsrmQuota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New-FsrmQuota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Get-FsrmFileScreen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・Get-FsrmQuota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・New-FsrmQuota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・Get-FsrmFileScreen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ファイルサーバーリソースマネージャー(FSRM)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管理　&gt;　FSRM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No.50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Get-FsrmQuota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New-FsrmQuota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Get-FsrmFileScreen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Remove-FsrmAutoQuota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Reset-FsrmFileScreen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リセット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Send-FsrmTestEmail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送信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Set-FsrmAdrSetting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Start-FsrmClassification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Stop-FsrmClassification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停止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Update-FsrmAutoQuota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更新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Wait-FsrmClassification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待機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ファイルサーバーリソースマネージャー(FSRM)（続き）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管理　&gt;　FSRM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No.50　／　8. ストレージ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Get-FsrmAdrSetting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Get-FsrmAutoQuota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Get-FsrmClassification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ファイルサーバーリソースマネージャー(FSRM)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管理　&gt;　FSRM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No.50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fileserverresourcemanager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ファイルサーバーリソースマネージャー(FSRM)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管理　&gt;　FSRM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No.50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fileserverresourcemanager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fileserverresourcemanager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FSRM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役割サービス（固定名）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ファイルサーバーリソースマネージャー。クォータ/スクリーン/分類。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Get-FsrmQuota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Get-FsrmQuota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New-FsrmQuota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New-FsrmQuota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ファイルサーバーリソースマネージャー(FSRM)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管理　&gt;　FSRM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No.50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・Get-FsrmQuota
https://learn.microsoft.com/ja-jp/powershell/module/fileserverresourcemanager/get-fsrmquota/?view=windowsserver2022-ps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・New-FsrmQuota
https://learn.microsoft.com/ja-jp/powershell/module/fileserverresourcemanager/new-fsrmquota/?view=windowsserver2022-ps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・Get-FsrmFileScreen
https://learn.microsoft.com/ja-jp/powershell/module/fileserverresourcemanager/get-fsrmfilescreen/?view=windowsserver2022-ps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・fileserverresourcemanager モジュール 概要
https://learn.microsoft.com/ja-jp/powershell/module/fileserverresourcemanager/?view=windowsserver2022-ps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