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syncshareでデバイス間のユーザーデータ同期(Work Folders)を提供。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syncshare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・データ同期の要否確認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Get-SyncShare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New-SyncShare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・Get-SyncShare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・New-SyncShare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87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Get-SyncShare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New-SyncShare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Disable-SyncShare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Enable-SyncShare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Remove-SyncShare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Repair-SyncShare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修復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Set-SyncServerSetting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Get-SyncServerSetting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Get-SyncUserStatus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Set-SyncShare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syncshare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syncshare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syncshare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Get-SyncShare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Get-SyncShare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New-SyncShare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New-SyncShare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作業フォルダー(SyncShare)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同期　&gt;　Work Folders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No.51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・Get-SyncShare
https://learn.microsoft.com/ja-jp/powershell/module/syncshare/get-syncshare/?view=windowsserver2022-ps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・New-SyncShare
https://learn.microsoft.com/ja-jp/powershell/module/syncshare/new-syncshare/?view=windowsserver2022-ps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・syncshare モジュール 概要
https://learn.microsoft.com/ja-jp/powershell/module/syncshare/?view=windowsserver2022-ps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