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記憶域QoS(StorageQoS)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品質　&gt;　記憶域QoS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記憶域QoS(StorageQoS)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品質　&gt;　記憶域QoS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No.47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記憶域QoS(StorageQoS)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品質　&gt;　記憶域QoS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No.47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storageqosでVM等のIOPSを制御し性能を保証/制限。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storageqos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記憶域QoS(StorageQoS)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品質　&gt;　記憶域QoS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No.47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・IOPS制御の要否確認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記憶域QoS(StorageQoS)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品質　&gt;　記憶域QoS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No.47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Get-StorageQosPolicy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Get-StorageQosFlow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・Get-StorageQosPolicy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・Get-StorageQosFlow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記憶域QoS(StorageQoS)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品質　&gt;　記憶域QoS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No.47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54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Get-StorageQosPolicy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Get-StorageQoSFlow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New-StorageQosPolicy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Remove-StorageQosPolicy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Set-StorageQosPolicy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Get-StorageQosPolicyStore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Get-StorageQosVolume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Set-StorageQosPolicyStore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85597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記憶域QoS(StorageQoS)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品質　&gt;　記憶域QoS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No.47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storageqos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記憶域QoS(StorageQoS)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品質　&gt;　記憶域QoS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No.47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storageqos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storageqos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Get-StorageQosPolicy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Get-StorageQosPolicy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Get-StorageQosFlow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Get-StorageQosFlow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記憶域QoS(StorageQoS)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品質　&gt;　記憶域QoS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No.47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・Get-StorageQosPolicy
https://learn.microsoft.com/ja-jp/powershell/module/storageqos/get-storageqospolicy/?view=windowsserver2022-ps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・Get-StorageQoSFlow
https://learn.microsoft.com/ja-jp/powershell/module/storageqos/get-storageqosflow/?view=windowsserver2022-ps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・storageqos モジュール 概要
https://learn.microsoft.com/ja-jp/powershell/module/storageqos/?view=windowsserver2022-ps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