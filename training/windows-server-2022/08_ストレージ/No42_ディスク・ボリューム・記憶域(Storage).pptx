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ディスク・ボリューム・記憶域(Storage)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8. ストレージ　&gt;　ディスク　&gt;　ディスク/ボリューム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ディスク・ボリューム・記憶域(Storage)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ディスク　&gt;　ディスク/ボリューム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No.42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8. ストレージ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ディスク・ボリューム・記憶域(Storage)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ディスク　&gt;　ディスク/ボリューム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No.42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ディスク・記憶域・共有・重複除去・レプリカなど、サーバーのストレージ運用全般を扱う分類です。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storageでディスク/パーティション/ボリューム/記憶域プール(Storage Spaces)を管理。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675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9426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storage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ディスク・ボリューム・記憶域(Storage)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ディスク　&gt;　ディスク/ボリューム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No.42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・ストレージ構成の確認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ディスク・ボリューム・記憶域(Storage)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ディスク　&gt;　ディスク/ボリューム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No.42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895096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Get-Disk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Get-Volume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Get-StoragePool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820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0876"/>
            <a:ext cx="8229600" cy="858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・Get-Disk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・Get-Volume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・Get-StoragePool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・New-Volume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ディスク・ボリューム・記憶域(Storage)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ディスク　&gt;　ディスク/ボリューム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No.42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770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Get-Disk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Get-Volume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Get-StoragePool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New-Volume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Add-InitiatorIdToMaskingSet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Block-FileShareAccess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ブロック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Clear-Disk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Connect-VirtualDisk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接続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Debug-FileShare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1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Disable-PhysicalDiskIdentification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ディスク・ボリューム・記憶域(Storage)（続き）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ディスク　&gt;　ディスク/ボリューム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No.42　／　8. ストレージ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478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9565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9565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Disconnect-VirtualDisk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切断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Dismount-DiskImage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マウント解除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565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Enable-PhysicalDiskIdentification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Format-Volume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書式設定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6670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ディスク・ボリューム・記憶域(Storage)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ディスク　&gt;　ディスク/ボリューム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No.42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storage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ディスク・ボリューム・記憶域(Storage)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ディスク　&gt;　ディスク/ボリューム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No.42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storage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storage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Storage Spaces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物理ディスクをプール化し仮想ディスクを作る記憶域仮想化。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Get-Disk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Get-Disk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Get-Volume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Get-Volume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ディスク・ボリューム・記憶域(Storage)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ディスク　&gt;　ディスク/ボリューム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No.42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68071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・Get-Disk
https://learn.microsoft.com/ja-jp/powershell/module/storage/get-disk/?view=windowsserver2022-ps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・Get-Volume
https://learn.microsoft.com/ja-jp/powershell/module/storage/get-volume/?view=windowsserver2022-ps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・Get-StoragePool
https://learn.microsoft.com/ja-jp/powershell/module/storage/get-storagepool/?view=windowsserver2022-ps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・New-Volume
https://learn.microsoft.com/ja-jp/powershell/module/storage/new-volume/?view=windowsserver2022-ps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・storage モジュール 概要
https://learn.microsoft.com/ja-jp/powershell/module/storage/?view=windowsserver2022-ps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ディスク・ボリューム・記憶域(Storage)（続き）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ディスク　&gt;　ディスク/ボリューム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No.42　／　8. ストレージ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