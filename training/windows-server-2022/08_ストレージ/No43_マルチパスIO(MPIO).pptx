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mpioで複数経路の冗長化・負荷分散(DSM)を構成。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mpio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・SAN多重化の確認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Get-MPIOSetting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Enable-MSDSMAutomaticClaim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・Get-MPIOSetting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・Enable-MSDSMAutomaticClaim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7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Get-MPIOSetting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Enable-MSDSMAutomaticClaim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Clear-MSDSMSupportedHW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Disable-MSDSMAutomaticClaim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New-MSDSMSupportedHW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Remove-MSDSMSupportedHW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Set-MPIOSetting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Update-MPIOClaimedHW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Get-MPIOAvailableHW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Get-MSDSMAutomaticClaimSettings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86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467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Get-MSDSMGlobalDefaultLoadBalancePolicy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Get-MSDSMSupportedHW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Set-MSDSMGlobalDefaultLoadBalancePolicy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57556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mpio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mpio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mpio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MPIO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マルチパスI/O。ストレージ経路を冗長化/負荷分散。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Get-MPIOSetting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Get-MPIOSetting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Enable-MSDSMAutomaticClaim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Enable-MSDSMAutomaticClaim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マルチパスI/O(MPIO)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パス　&gt;　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No.43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・Get-MPIOSetting
https://learn.microsoft.com/ja-jp/powershell/module/mpio/get-mpiosetting/?view=windowsserver2022-ps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・Enable-MSDSMAutomaticClaim
https://learn.microsoft.com/ja-jp/powershell/module/mpio/enable-msdsmautomaticclaim/?view=windowsserver2022-ps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・mpio モジュール 概要
https://learn.microsoft.com/ja-jp/powershell/module/mpio/?view=windowsserver2022-ps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