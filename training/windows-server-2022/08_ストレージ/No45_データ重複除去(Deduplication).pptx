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データ重複除去(Deduplication)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ストレージ　&gt;　効率化　&gt;　重複除去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データ重複除去(Deduplication)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効率化　&gt;　重複除去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No.45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ストレージ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データ重複除去(Deduplication)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効率化　&gt;　重複除去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No.45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ディスク・記憶域・共有・重複除去・レプリカなど、サーバーのストレージ運用全般を扱う分類です。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deduplicationでボリューム上の重複ブロックを排除し容量削減。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deduplication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データ重複除去(Deduplication)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効率化　&gt;　重複除去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No.45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・重複除去の有効有無確認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データ重複除去(Deduplication)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効率化　&gt;　重複除去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No.45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Get-DedupVolume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Enable-DedupVolume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・Get-DedupVolume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・Enable-DedupVolume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データ重複除去(Deduplication)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効率化　&gt;　重複除去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No.45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Get-DedupVolume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Enable-DedupVolume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Disable-DedupVolume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Expand-DedupFile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展開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Measure-DedupFileMetadata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測定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New-DedupSchedule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Remove-DedupSchedule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Set-DedupSchedule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Start-DedupJob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Stop-DedupJob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Update-DedupStatus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更新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データ重複除去(Deduplication)（続き）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効率化　&gt;　重複除去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No.45　／　8. ストレージ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Get-DedupJob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Get-DedupMetadata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Get-DedupSchedule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データ重複除去(Deduplication)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効率化　&gt;　重複除去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No.45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deduplication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データ重複除去(Deduplication)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効率化　&gt;　重複除去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No.45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deduplication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deduplication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重複除去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機能（任意 有効）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ボリューム上の重複ブロックを排除し容量を削減。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Get-DedupVolume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Get-DedupVolume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Enable-DedupVolume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Enable-DedupVolume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データ重複除去(Deduplication)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効率化　&gt;　重複除去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No.45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・Get-DedupVolume
https://learn.microsoft.com/ja-jp/powershell/module/deduplication/get-dedupvolume/?view=windowsserver2022-ps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・Enable-DedupVolume
https://learn.microsoft.com/ja-jp/powershell/module/deduplication/enable-dedupvolume/?view=windowsserver2022-ps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・deduplication モジュール 概要
https://learn.microsoft.com/ja-jp/powershell/module/deduplication/?view=windowsserver2022-ps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