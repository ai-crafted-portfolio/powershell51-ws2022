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10. クラスタリング・可用性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複数ノードでサービスを冗長化し、無停止運用と負荷分散を実現する分類です。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networkloadbalancingclustersでステートレスサービスを負荷分散。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102743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networkloadbalancingclusters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・NLB利用の有無確認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Get-NlbCluster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Get-NlbClusterNode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・Get-NlbCluster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・Get-NlbClusterNode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Get-NlbCluster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Get-NlbClusterNode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Add-NlbClusterNode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Disable-NlbClusterPortRule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Enable-NlbClusterPortRule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New-NlbCluster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Remove-NlbCluster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Resume-NlbCluster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Set-NlbCluster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Start-NlbCluster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Stop-NlbCluster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Suspend-NlbCluster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中断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Add-NlbClusterNodeDip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Add-NlbClusterPortRule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networkloadbalancingclusters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networkloadbalancingclusters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networkloadbalancingclusters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NLB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ネットワーク負荷分散。ステートレスサービスを分散。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Get-NlbCluster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Get-NlbCluster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Get-NlbClusterNode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Get-NlbClusterNode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ネットワーク負荷分散(NLB)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10. クラスタリング・可用性　&gt;　負荷分散　&gt;　NLB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No.56　／　10. クラスタリング・可用性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・Get-NlbCluster
https://learn.microsoft.com/ja-jp/powershell/module/networkloadbalancingclusters/get-nlbcluster/?view=windowsserver2022-ps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・Get-NlbClusterNode
https://learn.microsoft.com/ja-jp/powershell/module/networkloadbalancingclusters/get-nlbclusternode/?view=windowsserver2022-ps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・networkloadbalancingclusters モジュール 概要
https://learn.microsoft.com/ja-jp/powershell/module/networkloadbalancingclusters/?view=windowsserver2022-ps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