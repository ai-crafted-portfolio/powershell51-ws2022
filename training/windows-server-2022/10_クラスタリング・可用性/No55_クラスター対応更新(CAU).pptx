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クラスター対応更新(CAU)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10. クラスタリング・可用性　&gt;　更新　&gt;　CAU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クラスター対応更新(CAU)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更新　&gt;　CAU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No.55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10. クラスタリング・可用性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クラスター対応更新(CAU)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更新　&gt;　CAU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No.55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複数ノードでサービスを冗長化し、無停止運用と負荷分散を実現する分類です。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clusterawareupdatingでクラスターを無停止でパッチ適用。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clusterawareupdating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クラスター対応更新(CAU)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更新　&gt;　CAU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No.55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・無停止更新の運用確認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クラスター対応更新(CAU)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更新　&gt;　CAU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No.55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Get-CauRun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Invoke-CauRun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・Get-CauRun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・Invoke-CauRun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クラスター対応更新(CAU)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更新　&gt;　CAU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No.55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Get-CauRun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Invoke-CauRun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Add-CauClusterRole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Disable-CauClusterRole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Enable-CauClusterRole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Export-CauReport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Register-CauPlugin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Remove-CauClusterRole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Save-CauDebugTrace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Set-CauClusterRole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Stop-CauRun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クラスター対応更新(CAU)（続き）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更新　&gt;　CAU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No.55　／　10. クラスタリング・可用性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Test-CauSetup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Unregister-CauPlugin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Get-CauClusterRole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クラスター対応更新(CAU)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更新　&gt;　CAU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No.55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clusterawareupdating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クラスター対応更新(CAU)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更新　&gt;　CAU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No.55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clusterawareupdating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clusterawareupdating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Get-CauRun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Get-CauRun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Invoke-CauRun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Invoke-CauRun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クラスター対応更新(CAU)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更新　&gt;　CAU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No.55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・Get-CauRun
https://learn.microsoft.com/ja-jp/powershell/module/clusterawareupdating/get-caurun/?view=windowsserver2022-ps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・Invoke-CauRun
https://learn.microsoft.com/ja-jp/powershell/module/clusterawareupdating/invoke-caurun/?view=windowsserver2022-ps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・clusterawareupdating モジュール 概要
https://learn.microsoft.com/ja-jp/powershell/module/clusterawareupdating/?view=windowsserver2022-ps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