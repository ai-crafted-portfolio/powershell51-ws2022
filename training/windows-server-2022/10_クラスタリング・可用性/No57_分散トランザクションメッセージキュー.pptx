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分散トランザクション/メッセージキュー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10. クラスタリング・可用性　&gt;　トランザクション　&gt;　MSDTC/MSMQ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分散トランザクション/メッセージキュー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トランザクション　&gt;　MSDTC/MSMQ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No.57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10. クラスタリング・可用性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分散トランザクション/メッセージキュー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トランザクション　&gt;　MSDTC/MSMQ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No.57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複数ノードでサービスを冗長化し、無停止運用と負荷分散を実現する分類です。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msdtc(分散トランザクション)、msmq(メッセージキュー)の構成・監視。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msdtc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分散トランザクション/メッセージキュー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トランザクション　&gt;　MSDTC/MSMQ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No.57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・分散処理基盤の確認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分散トランザクション/メッセージキュー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トランザクション　&gt;　MSDTC/MSMQ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No.57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Get-Dtc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Get-MsmqQueue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・Get-Dtc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・Get-MsmqQueue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分散トランザクション/メッセージキュー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トランザクション　&gt;　MSDTC/MSMQ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No.57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26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1267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Get-Dtc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Get-MsmqQueue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Add-DtcClusterTMMapping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Complete-DtcDiagnosticTransaction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Install-Dtc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Join-DtcDiagnosticResourceManager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結合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New-DtcDiagnosticTransaction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Receive-DtcDiagnosticTransaction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受信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267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Remove-DtcClusterTMMapping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分散トランザクション/メッセージキュー（続き）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トランザクション　&gt;　MSDTC/MSMQ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No.57　／　10. クラスタリング・可用性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569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Reset-DtcLog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リセット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Send-DtcDiagnosticTransaction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送信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Set-DtcAdvancedHostSetting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Start-Dtc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開始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Stop-Dtc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停止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75844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分散トランザクション/メッセージキュー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トランザクション　&gt;　MSDTC/MSMQ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No.57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msdtc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msmq 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分散トランザクション/メッセージキュー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トランザクション　&gt;　MSDTC/MSMQ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No.57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msdtc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msdtc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Get-Dtc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Get-Dtc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Get-MsmqQueue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Get-MsmqQueue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分散トランザクション/メッセージキュー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トランザクション　&gt;　MSDTC/MSMQ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No.57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・Get-Dtc
https://learn.microsoft.com/ja-jp/powershell/module/msdtc/get-dtc/?view=windowsserver2022-ps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・Get-MsmqQueue
https://learn.microsoft.com/ja-jp/powershell/module/msmq/get-msmqqueue/?view=windowsserver2022-ps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・msdtc モジュール 概要
https://learn.microsoft.com/ja-jp/powershell/module/msdtc/?view=windowsserver2022-ps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・msmq モジュール 概要
https://learn.microsoft.com/ja-jp/powershell/module/msmq/?view=windowsserver2022-ps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