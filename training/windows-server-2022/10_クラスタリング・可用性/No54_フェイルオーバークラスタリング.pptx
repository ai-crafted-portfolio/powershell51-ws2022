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フェイルオーバークラスタリング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10. クラスタリング・可用性　&gt;　フェイルオーバー　&gt;　クラスター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フェイルオーバークラスタリング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フェイルオーバー　&gt;　クラスター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No.54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10. クラスタリング・可用性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フェイルオーバークラスタリング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フェイルオーバー　&gt;　クラスター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No.54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複数ノードでサービスを冗長化し、無停止運用と負荷分散を実現する分類です。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failoverclustersでクラスター/ロール/クォーラム/共有記憶域(CSV)を管理。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failoverclusters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フェイルオーバークラスタリング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フェイルオーバー　&gt;　クラスター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No.54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・可用性構成の確認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フェイルオーバークラスタリング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フェイルオーバー　&gt;　クラスター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No.54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895096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Get-Cluster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Get-ClusterNode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Get-ClusterResource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Get-ClusterQuorum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820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0876"/>
            <a:ext cx="8229600" cy="858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・Get-Cluster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・Get-ClusterNode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・Get-ClusterResource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・Get-ClusterQuorum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フェイルオーバークラスタリング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フェイルオーバー　&gt;　クラスター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No.54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218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9256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Get-Cluster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Get-ClusterNode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Get-ClusterResource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Get-ClusterQuorum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Add-ClusterCheckpoint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Block-ClusterAccess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ブロック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Clear-ClusterDiskReservation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Disable-ClusterStorageSpacesDirect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Enable-ClusterStorageSpacesDirect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7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Grant-ClusterAccess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権限付与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フェイルオーバークラスタリング（続き）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フェイルオーバー　&gt;　クラスター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No.54　／　10. クラスタリング・可用性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478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9565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9565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Move-ClusterGroup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移動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New-Cluster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565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Remove-Cluster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Repair-ClusterStorageSpacesDirect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修復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6670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フェイルオーバークラスタリング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フェイルオーバー　&gt;　クラスター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No.54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failoverclusters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フェイルオーバークラスタリング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フェイルオーバー　&gt;　クラスター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No.54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8332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5415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5415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failoverclusters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failoverclusters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415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5415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フェイルオーバークラスタリング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複数ノードでサービスを冗長化しノード障害時に自動フェイルオーバー。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415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クォーラム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設定（固定概念）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クラスターの投票による稼働継続判定。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5415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CSV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クラスター共有ボリューム。全ノードから同時アクセス可能。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415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Get-Cluster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Get-Cluster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54158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Get-ClusterNode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Get-ClusterNode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フェイルオーバークラスタリング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フェイルオーバー　&gt;　クラスター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No.54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68071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・Get-Cluster
https://learn.microsoft.com/ja-jp/powershell/module/failoverclusters/get-cluster/?view=windowsserver2022-ps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・Get-ClusterNode
https://learn.microsoft.com/ja-jp/powershell/module/failoverclusters/get-clusternode/?view=windowsserver2022-ps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・Get-ClusterResource
https://learn.microsoft.com/ja-jp/powershell/module/failoverclusters/get-clusterresource/?view=windowsserver2022-ps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・Get-ClusterQuorum
https://learn.microsoft.com/ja-jp/powershell/module/failoverclusters/get-clusterquorum/?view=windowsserver2022-ps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・failoverclusters モジュール 概要
https://learn.microsoft.com/ja-jp/powershell/module/failoverclusters/?view=windowsserver2022-ps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フェイルオーバークラスタリング（続き）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フェイルオーバー　&gt;　クラスター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No.54　／　10. クラスタリング・可用性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