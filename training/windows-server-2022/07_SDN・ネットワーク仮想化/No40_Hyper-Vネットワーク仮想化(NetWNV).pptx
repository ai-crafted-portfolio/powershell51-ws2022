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Hyper-Vネットワーク仮想化(NetWNV)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7. SDN・ネットワーク仮想化　&gt;　仮想化　&gt;　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Hyper-Vネットワーク仮想化(NetWNV)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仮想化　&gt;　ネットワーク仮想化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No.40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7. SDN・ネットワーク仮想化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Hyper-Vネットワーク仮想化(NetWNV)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仮想化　&gt;　ネットワーク仮想化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No.40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ソフトウェアでネットワークを定義・集中制御するSDNと、その診断を扱う先進的な分類です。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netwnvでHNV(仮想サブネット/ルーティングドメイン)を構成。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netwnv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Hyper-Vネットワーク仮想化(NetWNV)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仮想化　&gt;　ネットワーク仮想化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No.40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・ネットワーク仮想化の確認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Hyper-Vネットワーク仮想化(NetWNV)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仮想化　&gt;　ネットワーク仮想化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No.40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Get-NetVirtualizationProviderAddress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・Get-NetVirtualizationProviderAddress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Hyper-Vネットワーク仮想化(NetWNV)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仮想化　&gt;　ネットワーク仮想化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No.40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94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679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798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Get-NetVirtualizationProviderAddress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798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New-NetVirtualizationCustomerRoute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798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Remove-NetVirtualizationCustomerRoute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798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Select-NetVirtualizationNextHop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選択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798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Set-NetVirtualizationCustomerRoute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798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Get-NetVirtualizationCustomerRoute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798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Get-NetVirtualizationGlobal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Hyper-Vネットワーク仮想化(NetWNV)（続き）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仮想化　&gt;　ネットワーク仮想化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No.40　／　7. SDN・ネットワーク仮想化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3284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41052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0527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Get-NetVirtualizationLookupRecord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0527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Get-NetVirtualizationProviderRoute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0527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New-NetVirtualizationLookupRecord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0527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New-NetVirtualizationProviderAddress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0527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New-NetVirtualizationProviderRoute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0527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Remove-NetVirtualizationLookupRecord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053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Remove-NetVirtualizationProviderAddress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Hyper-Vネットワーク仮想化(NetWNV)（続き）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仮想化　&gt;　ネットワーク仮想化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No.40　／　7. SDN・ネットワーク仮想化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Hyper-Vネットワーク仮想化(NetWNV)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仮想化　&gt;　ネットワーク仮想化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No.40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netwnv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Hyper-Vネットワーク仮想化(NetWNV)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仮想化　&gt;　ネットワーク仮想化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No.40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netwnv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netwnv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Hyper-V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Windowsの仮想化基盤。VM/仮想スイッチ/仮想ディスクを管理。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Get-NetVirtualizationProviderAddress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Get-NetVirtualizationProviderAddress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Hyper-Vネットワーク仮想化(NetWNV)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仮想化　&gt;　ネットワーク仮想化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No.40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・Get-NetVirtualizationProviderAddress
https://learn.microsoft.com/ja-jp/powershell/module/netwnv/get-netvirtualizationprovideraddress/?view=windowsserver2022-ps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・netwnv モジュール 概要
https://learn.microsoft.com/ja-jp/powershell/module/netwnv/?view=windowsserver2022-ps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