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7. SDN・ネットワーク仮想化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ソフトウェアでネットワークを定義・集中制御するSDNと、その診断を扱う先進的な分類です。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hnvdiagnostics/networkcontrollerdiagnosticsでSDN疎通・状態を診断。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hnvdiagnostics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・SDN障害解析手段の確認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Get-NetVirtualizationGlobal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Test-VirtualNetworkConnection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・Get-NetVirtualizationGlobal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・Test-VirtualNetworkConnection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2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26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Get-NetVirtualizationGlobal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Test-VirtualNetworkConnection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Debug-SlbDatapath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Disable-MuxEchoResponder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Enable-MuxEchoResponder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New-NetVirtualizationCustomerRoute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Remove-NetVirtualizationCustomerRoute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Select-NetVirtualizationNextHop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選択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Set-NetVirtualizationCustomerRoute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91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83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Debug-VirtualMachineQueueOperation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Get-CustomerRoute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Get-NetworkControllerVipResource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Get-PACAMapping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5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Get-ProviderAddress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0988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hnvdiagnostics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networkcontrollerdiagnostics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6503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4172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hnvdiagnostics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hnvdiagnostics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SDN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基盤（固定名）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ソフトウェア定義ネットワーク。networkcontrollerで集中制御。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Get-NetVirtualizationGlobal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Get-NetVirtualizationGlobal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41728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Test-VirtualNetworkConnection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Test-VirtualNetworkConnection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SDN/HNV診断(hnvdiagnostics ほか)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診断　&gt;　SDN診断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No.41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・Get-NetVirtualizationGlobal
https://learn.microsoft.com/ja-jp/powershell/module/netwnv/get-netvirtualizationglobal/?view=windowsserver2022-ps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・Test-VirtualNetworkConnection
https://learn.microsoft.com/ja-jp/powershell/module/hnvdiagnostics/test-virtualnetworkconnection/?view=windowsserver2022-ps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・hnvdiagnostics モジュール 概要
https://learn.microsoft.com/ja-jp/powershell/module/hnvdiagnostics/?view=windowsserver2022-ps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・networkcontrollerdiagnostics モジュール 概要
https://learn.microsoft.com/ja-jp/powershell/module/networkcontrollerdiagnostics/?view=windowsserver2022-ps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