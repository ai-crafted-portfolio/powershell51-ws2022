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SDN・ネットワーク仮想化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ソフトウェアでネットワークを定義・集中制御するSDNと、その診断を扱う先進的な分類です。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networkcontrollerでSDNの論理ネットワーク/ACL/ロードバランサ等を集中制御。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networkcontroller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・SDN採用の有無確認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Get-NetworkControllerNode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Get-NetworkControllerLogicalNetwork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・Get-NetworkControllerNode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・Get-NetworkControllerLogicalNetwork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6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Get-NetworkControllerLogicalNetwork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Add-NetworkControllerNode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Clear-NetworkControllerNodeContent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Disable-NetworkControllerNode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Enable-NetworkControllerNode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Install-NetworkController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5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Invoke-NetworkControllerConnectivityCheck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2512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588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New-NetworkControllerAccessControlList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Get-NetworkControllerAccessControlList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Get-NetworkControllerAccessControlListRule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88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Get-NetworkControllerAuditingSettingsConfiguration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88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Get-NetworkControllerBackup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7007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networkcontroller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650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4172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networkcontroller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networkcontroller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SDN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基盤（固定名）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ソフトウェア定義ネットワーク。networkcontrollerで集中制御。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4172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Get-NetworkControllerNode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Get-NetworkControllerNode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417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Get-NetworkControllerLogicalNetwork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Get-NetworkControllerLogicalNetwork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ネットワークコントローラー(SDN)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SDN・ネットワーク仮想化　&gt;　SDN　&gt;　ネットワークコントローラー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No.39　／　7. SDN・ネットワーク仮想化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793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・Get-NetworkControllerNode
https://learn.microsoft.com/ja-jp/powershell/module/networkcontroller/get-networkcontrollernode/?view=windowsserver2022-ps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・Get-NetworkControllerLogicalNetwork
https://learn.microsoft.com/ja-jp/powershell/module/networkcontroller/get-networkcontrollerlogicalnetwork/?view=windowsserver2022-ps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・networkcontroller モジュール 概要
https://learn.microsoft.com/ja-jp/powershell/module/networkcontroller/?view=windowsserver2022-ps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720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